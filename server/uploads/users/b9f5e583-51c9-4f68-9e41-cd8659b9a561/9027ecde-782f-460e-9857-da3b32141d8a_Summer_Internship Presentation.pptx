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diagrams/colors2.xml" ContentType="application/vnd.openxmlformats-officedocument.drawingml.diagramColors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080135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046" y="-91"/>
      </p:cViewPr>
      <p:guideLst>
        <p:guide orient="horz" pos="2160"/>
        <p:guide pos="340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44F6CD4-B5B0-4A9A-95A5-427FEBB63167}" type="doc">
      <dgm:prSet loTypeId="urn:microsoft.com/office/officeart/2005/8/layout/gear1" loCatId="relationship" qsTypeId="urn:microsoft.com/office/officeart/2005/8/quickstyle/3d3" qsCatId="3D" csTypeId="urn:microsoft.com/office/officeart/2005/8/colors/accent0_1" csCatId="mainScheme" phldr="1"/>
      <dgm:spPr/>
    </dgm:pt>
    <dgm:pt modelId="{7D7C1722-D4DD-4C89-9942-289A098E3159}">
      <dgm:prSet phldrT="[Text]"/>
      <dgm:spPr/>
      <dgm:t>
        <a:bodyPr/>
        <a:lstStyle/>
        <a:p>
          <a:r>
            <a:rPr lang="en-US" dirty="0" smtClean="0"/>
            <a:t>Objectives</a:t>
          </a:r>
          <a:endParaRPr lang="en-US" dirty="0"/>
        </a:p>
      </dgm:t>
    </dgm:pt>
    <dgm:pt modelId="{A9285CCF-D37C-4D98-B548-3D9C9E916FB7}" type="parTrans" cxnId="{4C796390-BE53-4654-B7A5-9C34464677D8}">
      <dgm:prSet/>
      <dgm:spPr/>
      <dgm:t>
        <a:bodyPr/>
        <a:lstStyle/>
        <a:p>
          <a:endParaRPr lang="en-US"/>
        </a:p>
      </dgm:t>
    </dgm:pt>
    <dgm:pt modelId="{1B92770F-ED56-496B-AD68-6F2FF14BCDBA}" type="sibTrans" cxnId="{4C796390-BE53-4654-B7A5-9C34464677D8}">
      <dgm:prSet/>
      <dgm:spPr/>
      <dgm:t>
        <a:bodyPr/>
        <a:lstStyle/>
        <a:p>
          <a:endParaRPr lang="en-US"/>
        </a:p>
      </dgm:t>
    </dgm:pt>
    <dgm:pt modelId="{C672074D-0291-48DA-8D9A-0BD488EFC1D5}">
      <dgm:prSet phldrT="[Text]"/>
      <dgm:spPr/>
      <dgm:t>
        <a:bodyPr/>
        <a:lstStyle/>
        <a:p>
          <a:r>
            <a:rPr lang="en-US" dirty="0" smtClean="0"/>
            <a:t>Purpose</a:t>
          </a:r>
          <a:endParaRPr lang="en-US" dirty="0"/>
        </a:p>
      </dgm:t>
    </dgm:pt>
    <dgm:pt modelId="{B3B4A6C5-B3E3-4D6A-88B9-83EC08B81B88}" type="parTrans" cxnId="{39F703F4-E318-40A3-986E-2EEAF7F9A9B6}">
      <dgm:prSet/>
      <dgm:spPr/>
      <dgm:t>
        <a:bodyPr/>
        <a:lstStyle/>
        <a:p>
          <a:endParaRPr lang="en-US"/>
        </a:p>
      </dgm:t>
    </dgm:pt>
    <dgm:pt modelId="{B3B0C495-24B2-4875-9567-F378C55ABDC1}" type="sibTrans" cxnId="{39F703F4-E318-40A3-986E-2EEAF7F9A9B6}">
      <dgm:prSet/>
      <dgm:spPr/>
      <dgm:t>
        <a:bodyPr/>
        <a:lstStyle/>
        <a:p>
          <a:endParaRPr lang="en-US"/>
        </a:p>
      </dgm:t>
    </dgm:pt>
    <dgm:pt modelId="{A9FFAA44-EE0B-491C-8D24-FBCC31B15055}">
      <dgm:prSet phldrT="[Text]"/>
      <dgm:spPr/>
      <dgm:t>
        <a:bodyPr/>
        <a:lstStyle/>
        <a:p>
          <a:r>
            <a:rPr lang="en-US" dirty="0" smtClean="0"/>
            <a:t>Problem</a:t>
          </a:r>
          <a:endParaRPr lang="en-US" dirty="0"/>
        </a:p>
      </dgm:t>
    </dgm:pt>
    <dgm:pt modelId="{55614010-237C-4323-AFAB-E9D5B786F272}" type="parTrans" cxnId="{8EA5E79B-F85E-43E1-9AAA-998A6D80A47D}">
      <dgm:prSet/>
      <dgm:spPr/>
      <dgm:t>
        <a:bodyPr/>
        <a:lstStyle/>
        <a:p>
          <a:endParaRPr lang="en-US"/>
        </a:p>
      </dgm:t>
    </dgm:pt>
    <dgm:pt modelId="{EE8DB91C-996E-4FB3-9439-2D6F0BDC2DF4}" type="sibTrans" cxnId="{8EA5E79B-F85E-43E1-9AAA-998A6D80A47D}">
      <dgm:prSet/>
      <dgm:spPr/>
      <dgm:t>
        <a:bodyPr/>
        <a:lstStyle/>
        <a:p>
          <a:endParaRPr lang="en-US"/>
        </a:p>
      </dgm:t>
    </dgm:pt>
    <dgm:pt modelId="{7C3C1DE4-25C6-4BC9-A081-FF02AB555FBE}" type="pres">
      <dgm:prSet presAssocID="{B44F6CD4-B5B0-4A9A-95A5-427FEBB63167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FDAAF364-E375-47F6-BAC3-43061960DF77}" type="pres">
      <dgm:prSet presAssocID="{7D7C1722-D4DD-4C89-9942-289A098E3159}" presName="gear1" presStyleLbl="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B22A412-56C4-4172-B160-5BC38C869DA4}" type="pres">
      <dgm:prSet presAssocID="{7D7C1722-D4DD-4C89-9942-289A098E3159}" presName="gear1srcNode" presStyleLbl="node1" presStyleIdx="0" presStyleCnt="3"/>
      <dgm:spPr/>
      <dgm:t>
        <a:bodyPr/>
        <a:lstStyle/>
        <a:p>
          <a:endParaRPr lang="en-US"/>
        </a:p>
      </dgm:t>
    </dgm:pt>
    <dgm:pt modelId="{78158640-DF6B-463D-B445-8660E300F48C}" type="pres">
      <dgm:prSet presAssocID="{7D7C1722-D4DD-4C89-9942-289A098E3159}" presName="gear1dstNode" presStyleLbl="node1" presStyleIdx="0" presStyleCnt="3"/>
      <dgm:spPr/>
      <dgm:t>
        <a:bodyPr/>
        <a:lstStyle/>
        <a:p>
          <a:endParaRPr lang="en-US"/>
        </a:p>
      </dgm:t>
    </dgm:pt>
    <dgm:pt modelId="{802862DC-A5B8-4989-AE97-2F89B85BFD6C}" type="pres">
      <dgm:prSet presAssocID="{C672074D-0291-48DA-8D9A-0BD488EFC1D5}" presName="gear2" presStyleLbl="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38D56F8-F2C7-495C-84F1-C0B5573E866F}" type="pres">
      <dgm:prSet presAssocID="{C672074D-0291-48DA-8D9A-0BD488EFC1D5}" presName="gear2srcNode" presStyleLbl="node1" presStyleIdx="1" presStyleCnt="3"/>
      <dgm:spPr/>
      <dgm:t>
        <a:bodyPr/>
        <a:lstStyle/>
        <a:p>
          <a:endParaRPr lang="en-US"/>
        </a:p>
      </dgm:t>
    </dgm:pt>
    <dgm:pt modelId="{00C59D56-AB8B-4261-B36B-30409C303B7A}" type="pres">
      <dgm:prSet presAssocID="{C672074D-0291-48DA-8D9A-0BD488EFC1D5}" presName="gear2dstNode" presStyleLbl="node1" presStyleIdx="1" presStyleCnt="3"/>
      <dgm:spPr/>
      <dgm:t>
        <a:bodyPr/>
        <a:lstStyle/>
        <a:p>
          <a:endParaRPr lang="en-US"/>
        </a:p>
      </dgm:t>
    </dgm:pt>
    <dgm:pt modelId="{7E72AD84-CEFC-4D42-B808-1D9BCB6DFD98}" type="pres">
      <dgm:prSet presAssocID="{A9FFAA44-EE0B-491C-8D24-FBCC31B15055}" presName="gear3" presStyleLbl="node1" presStyleIdx="2" presStyleCnt="3" custLinFactNeighborX="-1596" custLinFactNeighborY="-2395"/>
      <dgm:spPr/>
      <dgm:t>
        <a:bodyPr/>
        <a:lstStyle/>
        <a:p>
          <a:endParaRPr lang="en-US"/>
        </a:p>
      </dgm:t>
    </dgm:pt>
    <dgm:pt modelId="{BA561EB7-B7AD-4F9F-B765-30F25E014096}" type="pres">
      <dgm:prSet presAssocID="{A9FFAA44-EE0B-491C-8D24-FBCC31B15055}" presName="gear3tx" presStyleLbl="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0D82845-A074-4350-B8F0-68425F8524E3}" type="pres">
      <dgm:prSet presAssocID="{A9FFAA44-EE0B-491C-8D24-FBCC31B15055}" presName="gear3srcNode" presStyleLbl="node1" presStyleIdx="2" presStyleCnt="3"/>
      <dgm:spPr/>
      <dgm:t>
        <a:bodyPr/>
        <a:lstStyle/>
        <a:p>
          <a:endParaRPr lang="en-US"/>
        </a:p>
      </dgm:t>
    </dgm:pt>
    <dgm:pt modelId="{37A95B72-4156-490B-8704-0F9FFD926347}" type="pres">
      <dgm:prSet presAssocID="{A9FFAA44-EE0B-491C-8D24-FBCC31B15055}" presName="gear3dstNode" presStyleLbl="node1" presStyleIdx="2" presStyleCnt="3"/>
      <dgm:spPr/>
      <dgm:t>
        <a:bodyPr/>
        <a:lstStyle/>
        <a:p>
          <a:endParaRPr lang="en-US"/>
        </a:p>
      </dgm:t>
    </dgm:pt>
    <dgm:pt modelId="{7227E6CC-6DFF-49B5-B7FF-185102B8B730}" type="pres">
      <dgm:prSet presAssocID="{1B92770F-ED56-496B-AD68-6F2FF14BCDBA}" presName="connector1" presStyleLbl="sibTrans2D1" presStyleIdx="0" presStyleCnt="3"/>
      <dgm:spPr/>
      <dgm:t>
        <a:bodyPr/>
        <a:lstStyle/>
        <a:p>
          <a:endParaRPr lang="en-US"/>
        </a:p>
      </dgm:t>
    </dgm:pt>
    <dgm:pt modelId="{292012E4-0DC2-4B42-B7B8-7F38168BCE2B}" type="pres">
      <dgm:prSet presAssocID="{B3B0C495-24B2-4875-9567-F378C55ABDC1}" presName="connector2" presStyleLbl="sibTrans2D1" presStyleIdx="1" presStyleCnt="3"/>
      <dgm:spPr/>
      <dgm:t>
        <a:bodyPr/>
        <a:lstStyle/>
        <a:p>
          <a:endParaRPr lang="en-US"/>
        </a:p>
      </dgm:t>
    </dgm:pt>
    <dgm:pt modelId="{8135B031-0332-4645-9927-2056228AE7E5}" type="pres">
      <dgm:prSet presAssocID="{EE8DB91C-996E-4FB3-9439-2D6F0BDC2DF4}" presName="connector3" presStyleLbl="sibTrans2D1" presStyleIdx="2" presStyleCnt="3"/>
      <dgm:spPr/>
      <dgm:t>
        <a:bodyPr/>
        <a:lstStyle/>
        <a:p>
          <a:endParaRPr lang="en-US"/>
        </a:p>
      </dgm:t>
    </dgm:pt>
  </dgm:ptLst>
  <dgm:cxnLst>
    <dgm:cxn modelId="{97424441-9C93-4EEF-85F3-EFDA5B5FE0F6}" type="presOf" srcId="{7D7C1722-D4DD-4C89-9942-289A098E3159}" destId="{3B22A412-56C4-4172-B160-5BC38C869DA4}" srcOrd="1" destOrd="0" presId="urn:microsoft.com/office/officeart/2005/8/layout/gear1"/>
    <dgm:cxn modelId="{1B9F9020-EC35-417C-8039-3ED2369C9EAA}" type="presOf" srcId="{A9FFAA44-EE0B-491C-8D24-FBCC31B15055}" destId="{BA561EB7-B7AD-4F9F-B765-30F25E014096}" srcOrd="1" destOrd="0" presId="urn:microsoft.com/office/officeart/2005/8/layout/gear1"/>
    <dgm:cxn modelId="{02A886D1-2402-4F70-801F-C85A98097563}" type="presOf" srcId="{A9FFAA44-EE0B-491C-8D24-FBCC31B15055}" destId="{50D82845-A074-4350-B8F0-68425F8524E3}" srcOrd="2" destOrd="0" presId="urn:microsoft.com/office/officeart/2005/8/layout/gear1"/>
    <dgm:cxn modelId="{3794D2C0-2B5B-49E6-B8FA-E3E3A4063BAA}" type="presOf" srcId="{7D7C1722-D4DD-4C89-9942-289A098E3159}" destId="{FDAAF364-E375-47F6-BAC3-43061960DF77}" srcOrd="0" destOrd="0" presId="urn:microsoft.com/office/officeart/2005/8/layout/gear1"/>
    <dgm:cxn modelId="{39F703F4-E318-40A3-986E-2EEAF7F9A9B6}" srcId="{B44F6CD4-B5B0-4A9A-95A5-427FEBB63167}" destId="{C672074D-0291-48DA-8D9A-0BD488EFC1D5}" srcOrd="1" destOrd="0" parTransId="{B3B4A6C5-B3E3-4D6A-88B9-83EC08B81B88}" sibTransId="{B3B0C495-24B2-4875-9567-F378C55ABDC1}"/>
    <dgm:cxn modelId="{9580DCB5-D81E-4C48-8531-F13310CA96E7}" type="presOf" srcId="{B3B0C495-24B2-4875-9567-F378C55ABDC1}" destId="{292012E4-0DC2-4B42-B7B8-7F38168BCE2B}" srcOrd="0" destOrd="0" presId="urn:microsoft.com/office/officeart/2005/8/layout/gear1"/>
    <dgm:cxn modelId="{4C796390-BE53-4654-B7A5-9C34464677D8}" srcId="{B44F6CD4-B5B0-4A9A-95A5-427FEBB63167}" destId="{7D7C1722-D4DD-4C89-9942-289A098E3159}" srcOrd="0" destOrd="0" parTransId="{A9285CCF-D37C-4D98-B548-3D9C9E916FB7}" sibTransId="{1B92770F-ED56-496B-AD68-6F2FF14BCDBA}"/>
    <dgm:cxn modelId="{0ACC2A4E-203D-4E7C-8E92-9D707635BF2E}" type="presOf" srcId="{1B92770F-ED56-496B-AD68-6F2FF14BCDBA}" destId="{7227E6CC-6DFF-49B5-B7FF-185102B8B730}" srcOrd="0" destOrd="0" presId="urn:microsoft.com/office/officeart/2005/8/layout/gear1"/>
    <dgm:cxn modelId="{A82E932B-7CB0-4E1B-B719-D08B10F00C6E}" type="presOf" srcId="{C672074D-0291-48DA-8D9A-0BD488EFC1D5}" destId="{802862DC-A5B8-4989-AE97-2F89B85BFD6C}" srcOrd="0" destOrd="0" presId="urn:microsoft.com/office/officeart/2005/8/layout/gear1"/>
    <dgm:cxn modelId="{FCA7CEED-80C1-44AE-A5B7-1A89955D5B9C}" type="presOf" srcId="{B44F6CD4-B5B0-4A9A-95A5-427FEBB63167}" destId="{7C3C1DE4-25C6-4BC9-A081-FF02AB555FBE}" srcOrd="0" destOrd="0" presId="urn:microsoft.com/office/officeart/2005/8/layout/gear1"/>
    <dgm:cxn modelId="{E703FB7B-4352-4B72-A9E9-5E34F8C5D2EF}" type="presOf" srcId="{A9FFAA44-EE0B-491C-8D24-FBCC31B15055}" destId="{37A95B72-4156-490B-8704-0F9FFD926347}" srcOrd="3" destOrd="0" presId="urn:microsoft.com/office/officeart/2005/8/layout/gear1"/>
    <dgm:cxn modelId="{32BE8B25-36BE-47BF-92DD-D35F3AA73260}" type="presOf" srcId="{A9FFAA44-EE0B-491C-8D24-FBCC31B15055}" destId="{7E72AD84-CEFC-4D42-B808-1D9BCB6DFD98}" srcOrd="0" destOrd="0" presId="urn:microsoft.com/office/officeart/2005/8/layout/gear1"/>
    <dgm:cxn modelId="{D4AEB3A5-B957-4621-A325-F14D74485864}" type="presOf" srcId="{EE8DB91C-996E-4FB3-9439-2D6F0BDC2DF4}" destId="{8135B031-0332-4645-9927-2056228AE7E5}" srcOrd="0" destOrd="0" presId="urn:microsoft.com/office/officeart/2005/8/layout/gear1"/>
    <dgm:cxn modelId="{34877DC3-2B8A-4947-82F8-35256985FD52}" type="presOf" srcId="{C672074D-0291-48DA-8D9A-0BD488EFC1D5}" destId="{00C59D56-AB8B-4261-B36B-30409C303B7A}" srcOrd="2" destOrd="0" presId="urn:microsoft.com/office/officeart/2005/8/layout/gear1"/>
    <dgm:cxn modelId="{75EB8592-5E53-4CEB-89D2-EBA84867DB3B}" type="presOf" srcId="{C672074D-0291-48DA-8D9A-0BD488EFC1D5}" destId="{E38D56F8-F2C7-495C-84F1-C0B5573E866F}" srcOrd="1" destOrd="0" presId="urn:microsoft.com/office/officeart/2005/8/layout/gear1"/>
    <dgm:cxn modelId="{8EA5E79B-F85E-43E1-9AAA-998A6D80A47D}" srcId="{B44F6CD4-B5B0-4A9A-95A5-427FEBB63167}" destId="{A9FFAA44-EE0B-491C-8D24-FBCC31B15055}" srcOrd="2" destOrd="0" parTransId="{55614010-237C-4323-AFAB-E9D5B786F272}" sibTransId="{EE8DB91C-996E-4FB3-9439-2D6F0BDC2DF4}"/>
    <dgm:cxn modelId="{7A483804-320C-4293-9AC9-8EFF5CCBE3EA}" type="presOf" srcId="{7D7C1722-D4DD-4C89-9942-289A098E3159}" destId="{78158640-DF6B-463D-B445-8660E300F48C}" srcOrd="2" destOrd="0" presId="urn:microsoft.com/office/officeart/2005/8/layout/gear1"/>
    <dgm:cxn modelId="{DD4B079A-3647-497C-83CF-28D7727B5FEF}" type="presParOf" srcId="{7C3C1DE4-25C6-4BC9-A081-FF02AB555FBE}" destId="{FDAAF364-E375-47F6-BAC3-43061960DF77}" srcOrd="0" destOrd="0" presId="urn:microsoft.com/office/officeart/2005/8/layout/gear1"/>
    <dgm:cxn modelId="{E296075A-1BC5-4019-9F44-408E3824AAFC}" type="presParOf" srcId="{7C3C1DE4-25C6-4BC9-A081-FF02AB555FBE}" destId="{3B22A412-56C4-4172-B160-5BC38C869DA4}" srcOrd="1" destOrd="0" presId="urn:microsoft.com/office/officeart/2005/8/layout/gear1"/>
    <dgm:cxn modelId="{F9809E83-A71A-482E-8BEB-3F1C7A9DCFFA}" type="presParOf" srcId="{7C3C1DE4-25C6-4BC9-A081-FF02AB555FBE}" destId="{78158640-DF6B-463D-B445-8660E300F48C}" srcOrd="2" destOrd="0" presId="urn:microsoft.com/office/officeart/2005/8/layout/gear1"/>
    <dgm:cxn modelId="{1A613270-A185-4D60-B7BF-D66EC9B0397D}" type="presParOf" srcId="{7C3C1DE4-25C6-4BC9-A081-FF02AB555FBE}" destId="{802862DC-A5B8-4989-AE97-2F89B85BFD6C}" srcOrd="3" destOrd="0" presId="urn:microsoft.com/office/officeart/2005/8/layout/gear1"/>
    <dgm:cxn modelId="{40804A3E-AB7E-4EA1-9322-B590F8A1EE25}" type="presParOf" srcId="{7C3C1DE4-25C6-4BC9-A081-FF02AB555FBE}" destId="{E38D56F8-F2C7-495C-84F1-C0B5573E866F}" srcOrd="4" destOrd="0" presId="urn:microsoft.com/office/officeart/2005/8/layout/gear1"/>
    <dgm:cxn modelId="{C5E79D2E-74F9-4D5B-98FA-11E83AE20132}" type="presParOf" srcId="{7C3C1DE4-25C6-4BC9-A081-FF02AB555FBE}" destId="{00C59D56-AB8B-4261-B36B-30409C303B7A}" srcOrd="5" destOrd="0" presId="urn:microsoft.com/office/officeart/2005/8/layout/gear1"/>
    <dgm:cxn modelId="{EE4228BA-0582-4F6B-B318-C7B0714C5EA4}" type="presParOf" srcId="{7C3C1DE4-25C6-4BC9-A081-FF02AB555FBE}" destId="{7E72AD84-CEFC-4D42-B808-1D9BCB6DFD98}" srcOrd="6" destOrd="0" presId="urn:microsoft.com/office/officeart/2005/8/layout/gear1"/>
    <dgm:cxn modelId="{435BFA0C-0EA1-4F07-99D8-8F6500D8BB35}" type="presParOf" srcId="{7C3C1DE4-25C6-4BC9-A081-FF02AB555FBE}" destId="{BA561EB7-B7AD-4F9F-B765-30F25E014096}" srcOrd="7" destOrd="0" presId="urn:microsoft.com/office/officeart/2005/8/layout/gear1"/>
    <dgm:cxn modelId="{B1666F81-CA62-4D19-AC72-7C3615292816}" type="presParOf" srcId="{7C3C1DE4-25C6-4BC9-A081-FF02AB555FBE}" destId="{50D82845-A074-4350-B8F0-68425F8524E3}" srcOrd="8" destOrd="0" presId="urn:microsoft.com/office/officeart/2005/8/layout/gear1"/>
    <dgm:cxn modelId="{A22049ED-53EA-4D8C-8C84-6B44A3918876}" type="presParOf" srcId="{7C3C1DE4-25C6-4BC9-A081-FF02AB555FBE}" destId="{37A95B72-4156-490B-8704-0F9FFD926347}" srcOrd="9" destOrd="0" presId="urn:microsoft.com/office/officeart/2005/8/layout/gear1"/>
    <dgm:cxn modelId="{DCF532A9-F834-4ABE-AEC2-5CED67AD42DF}" type="presParOf" srcId="{7C3C1DE4-25C6-4BC9-A081-FF02AB555FBE}" destId="{7227E6CC-6DFF-49B5-B7FF-185102B8B730}" srcOrd="10" destOrd="0" presId="urn:microsoft.com/office/officeart/2005/8/layout/gear1"/>
    <dgm:cxn modelId="{BD8A713E-A29B-429E-89A2-1CDB7BC3A2C3}" type="presParOf" srcId="{7C3C1DE4-25C6-4BC9-A081-FF02AB555FBE}" destId="{292012E4-0DC2-4B42-B7B8-7F38168BCE2B}" srcOrd="11" destOrd="0" presId="urn:microsoft.com/office/officeart/2005/8/layout/gear1"/>
    <dgm:cxn modelId="{FF594927-35E1-4F11-9595-BA2559382A0D}" type="presParOf" srcId="{7C3C1DE4-25C6-4BC9-A081-FF02AB555FBE}" destId="{8135B031-0332-4645-9927-2056228AE7E5}" srcOrd="12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xmlns="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24B53AE-E7B1-4D82-9BE5-A34B09EEFF0F}" type="doc">
      <dgm:prSet loTypeId="urn:microsoft.com/office/officeart/2005/8/layout/bProcess4" loCatId="process" qsTypeId="urn:microsoft.com/office/officeart/2005/8/quickstyle/simple2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B3733686-54C6-4E3B-8711-BF15921BB997}">
      <dgm:prSet phldrT="[Text]"/>
      <dgm:spPr/>
      <dgm:t>
        <a:bodyPr/>
        <a:lstStyle/>
        <a:p>
          <a:r>
            <a:rPr lang="en-US" dirty="0" smtClean="0"/>
            <a:t>1. Setup </a:t>
          </a:r>
          <a:r>
            <a:rPr lang="en-US" dirty="0" err="1" smtClean="0"/>
            <a:t>Laravel</a:t>
          </a:r>
          <a:r>
            <a:rPr lang="en-US" dirty="0" smtClean="0"/>
            <a:t> Project</a:t>
          </a:r>
          <a:endParaRPr lang="en-US" dirty="0"/>
        </a:p>
      </dgm:t>
    </dgm:pt>
    <dgm:pt modelId="{440D4DA4-6B6E-4EB4-900E-0CDC8F3F22D2}" type="parTrans" cxnId="{E265BD5F-2B97-4DC0-87B3-138E403A5554}">
      <dgm:prSet/>
      <dgm:spPr/>
      <dgm:t>
        <a:bodyPr/>
        <a:lstStyle/>
        <a:p>
          <a:endParaRPr lang="en-US"/>
        </a:p>
      </dgm:t>
    </dgm:pt>
    <dgm:pt modelId="{0F538E75-9F64-4EB7-AA59-766FE9ED5FFF}" type="sibTrans" cxnId="{E265BD5F-2B97-4DC0-87B3-138E403A5554}">
      <dgm:prSet/>
      <dgm:spPr/>
      <dgm:t>
        <a:bodyPr/>
        <a:lstStyle/>
        <a:p>
          <a:endParaRPr lang="en-US"/>
        </a:p>
      </dgm:t>
    </dgm:pt>
    <dgm:pt modelId="{D5D8244E-786C-4031-A3EE-B73A8D48725F}">
      <dgm:prSet phldrT="[Text]"/>
      <dgm:spPr/>
      <dgm:t>
        <a:bodyPr/>
        <a:lstStyle/>
        <a:p>
          <a:r>
            <a:rPr lang="en-US" dirty="0" smtClean="0"/>
            <a:t>2. Database Connection</a:t>
          </a:r>
          <a:endParaRPr lang="en-US" dirty="0"/>
        </a:p>
      </dgm:t>
    </dgm:pt>
    <dgm:pt modelId="{5EEEEBEB-471E-4BF6-AEA4-BB2F37541C58}" type="parTrans" cxnId="{3B89535B-A61F-45D1-8E77-43901BBE8833}">
      <dgm:prSet/>
      <dgm:spPr/>
      <dgm:t>
        <a:bodyPr/>
        <a:lstStyle/>
        <a:p>
          <a:endParaRPr lang="en-US"/>
        </a:p>
      </dgm:t>
    </dgm:pt>
    <dgm:pt modelId="{93B22F40-011A-4791-A1E5-BDEBEC83AA1B}" type="sibTrans" cxnId="{3B89535B-A61F-45D1-8E77-43901BBE8833}">
      <dgm:prSet/>
      <dgm:spPr/>
      <dgm:t>
        <a:bodyPr/>
        <a:lstStyle/>
        <a:p>
          <a:endParaRPr lang="en-US"/>
        </a:p>
      </dgm:t>
    </dgm:pt>
    <dgm:pt modelId="{BE10D87F-0FBE-4C6F-9BDA-2A6BF994D260}">
      <dgm:prSet phldrT="[Text]"/>
      <dgm:spPr/>
      <dgm:t>
        <a:bodyPr/>
        <a:lstStyle/>
        <a:p>
          <a:r>
            <a:rPr lang="en-US" dirty="0" smtClean="0"/>
            <a:t>3. Create Users Table</a:t>
          </a:r>
          <a:endParaRPr lang="en-US" dirty="0"/>
        </a:p>
      </dgm:t>
    </dgm:pt>
    <dgm:pt modelId="{EA8E0950-E907-48C1-AE12-8D4B69E45382}" type="parTrans" cxnId="{F5CD3D59-33B3-4E92-B6F3-C33657944D16}">
      <dgm:prSet/>
      <dgm:spPr/>
      <dgm:t>
        <a:bodyPr/>
        <a:lstStyle/>
        <a:p>
          <a:endParaRPr lang="en-US"/>
        </a:p>
      </dgm:t>
    </dgm:pt>
    <dgm:pt modelId="{A71680AC-3F29-4C30-A445-91D4AE641FF8}" type="sibTrans" cxnId="{F5CD3D59-33B3-4E92-B6F3-C33657944D16}">
      <dgm:prSet/>
      <dgm:spPr/>
      <dgm:t>
        <a:bodyPr/>
        <a:lstStyle/>
        <a:p>
          <a:endParaRPr lang="en-US"/>
        </a:p>
      </dgm:t>
    </dgm:pt>
    <dgm:pt modelId="{9908C587-9687-43D6-B385-32DC540F45F7}">
      <dgm:prSet phldrT="[Text]"/>
      <dgm:spPr/>
      <dgm:t>
        <a:bodyPr/>
        <a:lstStyle/>
        <a:p>
          <a:r>
            <a:rPr lang="en-US" dirty="0" smtClean="0"/>
            <a:t>4. Install </a:t>
          </a:r>
          <a:r>
            <a:rPr lang="en-US" dirty="0" err="1" smtClean="0"/>
            <a:t>Spatie</a:t>
          </a:r>
          <a:r>
            <a:rPr lang="en-US" dirty="0" smtClean="0"/>
            <a:t> </a:t>
          </a:r>
          <a:r>
            <a:rPr lang="en-US" dirty="0" err="1" smtClean="0"/>
            <a:t>Packege</a:t>
          </a:r>
          <a:endParaRPr lang="en-US" dirty="0"/>
        </a:p>
      </dgm:t>
    </dgm:pt>
    <dgm:pt modelId="{7C390D86-A83B-4528-AC44-DA9846F5C75E}" type="parTrans" cxnId="{20895B1A-4E21-4D42-B373-BCD2A0DF43BF}">
      <dgm:prSet/>
      <dgm:spPr/>
      <dgm:t>
        <a:bodyPr/>
        <a:lstStyle/>
        <a:p>
          <a:endParaRPr lang="en-US"/>
        </a:p>
      </dgm:t>
    </dgm:pt>
    <dgm:pt modelId="{130B7EFD-0A2F-4E29-8DEF-F9E6B2EAB806}" type="sibTrans" cxnId="{20895B1A-4E21-4D42-B373-BCD2A0DF43BF}">
      <dgm:prSet/>
      <dgm:spPr/>
      <dgm:t>
        <a:bodyPr/>
        <a:lstStyle/>
        <a:p>
          <a:endParaRPr lang="en-US"/>
        </a:p>
      </dgm:t>
    </dgm:pt>
    <dgm:pt modelId="{E7DAC3D0-EE81-491F-9F75-986F1A9CC600}">
      <dgm:prSet phldrT="[Text]"/>
      <dgm:spPr/>
      <dgm:t>
        <a:bodyPr/>
        <a:lstStyle/>
        <a:p>
          <a:r>
            <a:rPr lang="en-US" dirty="0" smtClean="0"/>
            <a:t>5. Create Roles &amp; Permissions</a:t>
          </a:r>
          <a:endParaRPr lang="en-US" dirty="0"/>
        </a:p>
      </dgm:t>
    </dgm:pt>
    <dgm:pt modelId="{A6D27B00-2F41-41B1-8BC4-F2242737A655}" type="parTrans" cxnId="{52115C06-6EEB-4D14-A967-A9DFA5F56109}">
      <dgm:prSet/>
      <dgm:spPr/>
      <dgm:t>
        <a:bodyPr/>
        <a:lstStyle/>
        <a:p>
          <a:endParaRPr lang="en-US"/>
        </a:p>
      </dgm:t>
    </dgm:pt>
    <dgm:pt modelId="{BC837A8D-B688-4CA0-A0DD-E830AD335C81}" type="sibTrans" cxnId="{52115C06-6EEB-4D14-A967-A9DFA5F56109}">
      <dgm:prSet/>
      <dgm:spPr/>
      <dgm:t>
        <a:bodyPr/>
        <a:lstStyle/>
        <a:p>
          <a:endParaRPr lang="en-US"/>
        </a:p>
      </dgm:t>
    </dgm:pt>
    <dgm:pt modelId="{2E217B62-D501-4A56-A379-E6E4476B0569}">
      <dgm:prSet phldrT="[Text]"/>
      <dgm:spPr/>
      <dgm:t>
        <a:bodyPr/>
        <a:lstStyle/>
        <a:p>
          <a:r>
            <a:rPr lang="en-US" dirty="0" smtClean="0"/>
            <a:t>6. Routing Setup</a:t>
          </a:r>
          <a:endParaRPr lang="en-US" dirty="0"/>
        </a:p>
      </dgm:t>
    </dgm:pt>
    <dgm:pt modelId="{BE4D4524-ADD0-472A-9A5A-88D70BA8F63B}" type="parTrans" cxnId="{12FD8807-6DC1-4EAA-91D9-D7ED99E2F45C}">
      <dgm:prSet/>
      <dgm:spPr/>
      <dgm:t>
        <a:bodyPr/>
        <a:lstStyle/>
        <a:p>
          <a:endParaRPr lang="en-US"/>
        </a:p>
      </dgm:t>
    </dgm:pt>
    <dgm:pt modelId="{DD0A19C6-565E-4300-B5A3-2DC88F42A50F}" type="sibTrans" cxnId="{12FD8807-6DC1-4EAA-91D9-D7ED99E2F45C}">
      <dgm:prSet/>
      <dgm:spPr/>
      <dgm:t>
        <a:bodyPr/>
        <a:lstStyle/>
        <a:p>
          <a:endParaRPr lang="en-US"/>
        </a:p>
      </dgm:t>
    </dgm:pt>
    <dgm:pt modelId="{86827CEA-8FC6-40B6-AEE5-643849F77A5B}">
      <dgm:prSet phldrT="[Text]"/>
      <dgm:spPr/>
      <dgm:t>
        <a:bodyPr/>
        <a:lstStyle/>
        <a:p>
          <a:r>
            <a:rPr lang="en-US" dirty="0" smtClean="0"/>
            <a:t>7. Blade Templates</a:t>
          </a:r>
          <a:endParaRPr lang="en-US" dirty="0"/>
        </a:p>
      </dgm:t>
    </dgm:pt>
    <dgm:pt modelId="{130F1CAA-67C2-4D8B-9CC3-A86FCC078EF7}" type="parTrans" cxnId="{B5D0B206-0A68-410D-940A-49EB4E97CD23}">
      <dgm:prSet/>
      <dgm:spPr/>
      <dgm:t>
        <a:bodyPr/>
        <a:lstStyle/>
        <a:p>
          <a:endParaRPr lang="en-US"/>
        </a:p>
      </dgm:t>
    </dgm:pt>
    <dgm:pt modelId="{A79A3064-10A3-40DF-B010-E8CFF547AB25}" type="sibTrans" cxnId="{B5D0B206-0A68-410D-940A-49EB4E97CD23}">
      <dgm:prSet/>
      <dgm:spPr/>
      <dgm:t>
        <a:bodyPr/>
        <a:lstStyle/>
        <a:p>
          <a:endParaRPr lang="en-US"/>
        </a:p>
      </dgm:t>
    </dgm:pt>
    <dgm:pt modelId="{5ADB778E-7B57-4098-815B-EF51B13FF8AB}">
      <dgm:prSet phldrT="[Text]"/>
      <dgm:spPr/>
      <dgm:t>
        <a:bodyPr/>
        <a:lstStyle/>
        <a:p>
          <a:r>
            <a:rPr lang="en-US" dirty="0" smtClean="0"/>
            <a:t>8. Role Based Access</a:t>
          </a:r>
          <a:endParaRPr lang="en-US" dirty="0"/>
        </a:p>
      </dgm:t>
    </dgm:pt>
    <dgm:pt modelId="{F5F10653-7E81-426E-B0C2-4770AD900C6C}" type="parTrans" cxnId="{37A845A9-7DBE-43BE-A311-A866047872DC}">
      <dgm:prSet/>
      <dgm:spPr/>
      <dgm:t>
        <a:bodyPr/>
        <a:lstStyle/>
        <a:p>
          <a:endParaRPr lang="en-US"/>
        </a:p>
      </dgm:t>
    </dgm:pt>
    <dgm:pt modelId="{0F0FD844-0A79-4E9C-AFEE-5348E416A537}" type="sibTrans" cxnId="{37A845A9-7DBE-43BE-A311-A866047872DC}">
      <dgm:prSet/>
      <dgm:spPr/>
      <dgm:t>
        <a:bodyPr/>
        <a:lstStyle/>
        <a:p>
          <a:endParaRPr lang="en-US"/>
        </a:p>
      </dgm:t>
    </dgm:pt>
    <dgm:pt modelId="{AADF5399-6712-4EE6-9A3C-7595364CAB55}">
      <dgm:prSet phldrT="[Text]"/>
      <dgm:spPr/>
      <dgm:t>
        <a:bodyPr/>
        <a:lstStyle/>
        <a:p>
          <a:r>
            <a:rPr lang="en-US" dirty="0" smtClean="0"/>
            <a:t>9. Testing</a:t>
          </a:r>
          <a:endParaRPr lang="en-US" dirty="0"/>
        </a:p>
      </dgm:t>
    </dgm:pt>
    <dgm:pt modelId="{923EA939-EA4B-4019-A8A8-578E1159D134}" type="parTrans" cxnId="{3BADD452-7FFE-4A15-B593-D1326014E69B}">
      <dgm:prSet/>
      <dgm:spPr/>
      <dgm:t>
        <a:bodyPr/>
        <a:lstStyle/>
        <a:p>
          <a:endParaRPr lang="en-US"/>
        </a:p>
      </dgm:t>
    </dgm:pt>
    <dgm:pt modelId="{EB249433-77B8-49FF-94D2-9F93324EF8AC}" type="sibTrans" cxnId="{3BADD452-7FFE-4A15-B593-D1326014E69B}">
      <dgm:prSet/>
      <dgm:spPr/>
      <dgm:t>
        <a:bodyPr/>
        <a:lstStyle/>
        <a:p>
          <a:endParaRPr lang="en-US"/>
        </a:p>
      </dgm:t>
    </dgm:pt>
    <dgm:pt modelId="{171ABDBF-3121-4CF3-9ED1-A04117E9CC9C}" type="pres">
      <dgm:prSet presAssocID="{124B53AE-E7B1-4D82-9BE5-A34B09EEFF0F}" presName="Name0" presStyleCnt="0">
        <dgm:presLayoutVars>
          <dgm:dir/>
          <dgm:resizeHandles/>
        </dgm:presLayoutVars>
      </dgm:prSet>
      <dgm:spPr/>
      <dgm:t>
        <a:bodyPr/>
        <a:lstStyle/>
        <a:p>
          <a:endParaRPr lang="en-US"/>
        </a:p>
      </dgm:t>
    </dgm:pt>
    <dgm:pt modelId="{83029692-BD9C-43AF-88DA-89DFC6C5848A}" type="pres">
      <dgm:prSet presAssocID="{B3733686-54C6-4E3B-8711-BF15921BB997}" presName="compNode" presStyleCnt="0"/>
      <dgm:spPr/>
      <dgm:t>
        <a:bodyPr/>
        <a:lstStyle/>
        <a:p>
          <a:endParaRPr lang="en-US"/>
        </a:p>
      </dgm:t>
    </dgm:pt>
    <dgm:pt modelId="{2789B492-53BD-4622-BC3D-E4E0752A7BDB}" type="pres">
      <dgm:prSet presAssocID="{B3733686-54C6-4E3B-8711-BF15921BB997}" presName="dummyConnPt" presStyleCnt="0"/>
      <dgm:spPr/>
      <dgm:t>
        <a:bodyPr/>
        <a:lstStyle/>
        <a:p>
          <a:endParaRPr lang="en-US"/>
        </a:p>
      </dgm:t>
    </dgm:pt>
    <dgm:pt modelId="{5EBB0BA6-9332-4D36-9C72-06BED0B2B03D}" type="pres">
      <dgm:prSet presAssocID="{B3733686-54C6-4E3B-8711-BF15921BB997}" presName="node" presStyleLbl="node1" presStyleIdx="0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E6F3B1C-A04E-4FE5-83E4-38A99A80DE06}" type="pres">
      <dgm:prSet presAssocID="{0F538E75-9F64-4EB7-AA59-766FE9ED5FFF}" presName="sibTrans" presStyleLbl="bgSibTrans2D1" presStyleIdx="0" presStyleCnt="8"/>
      <dgm:spPr/>
      <dgm:t>
        <a:bodyPr/>
        <a:lstStyle/>
        <a:p>
          <a:endParaRPr lang="en-US"/>
        </a:p>
      </dgm:t>
    </dgm:pt>
    <dgm:pt modelId="{704BD311-2B9E-4D68-A20F-02CBBA9A92CA}" type="pres">
      <dgm:prSet presAssocID="{D5D8244E-786C-4031-A3EE-B73A8D48725F}" presName="compNode" presStyleCnt="0"/>
      <dgm:spPr/>
      <dgm:t>
        <a:bodyPr/>
        <a:lstStyle/>
        <a:p>
          <a:endParaRPr lang="en-US"/>
        </a:p>
      </dgm:t>
    </dgm:pt>
    <dgm:pt modelId="{4906EE50-EE68-4270-95A0-0CC7303F3BDB}" type="pres">
      <dgm:prSet presAssocID="{D5D8244E-786C-4031-A3EE-B73A8D48725F}" presName="dummyConnPt" presStyleCnt="0"/>
      <dgm:spPr/>
      <dgm:t>
        <a:bodyPr/>
        <a:lstStyle/>
        <a:p>
          <a:endParaRPr lang="en-US"/>
        </a:p>
      </dgm:t>
    </dgm:pt>
    <dgm:pt modelId="{7F02D15E-75BA-4D14-839B-D3E1576D39AA}" type="pres">
      <dgm:prSet presAssocID="{D5D8244E-786C-4031-A3EE-B73A8D48725F}" presName="node" presStyleLbl="node1" presStyleIdx="1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5AAEBCC-2027-4BE5-851F-697143953CB2}" type="pres">
      <dgm:prSet presAssocID="{93B22F40-011A-4791-A1E5-BDEBEC83AA1B}" presName="sibTrans" presStyleLbl="bgSibTrans2D1" presStyleIdx="1" presStyleCnt="8"/>
      <dgm:spPr/>
      <dgm:t>
        <a:bodyPr/>
        <a:lstStyle/>
        <a:p>
          <a:endParaRPr lang="en-US"/>
        </a:p>
      </dgm:t>
    </dgm:pt>
    <dgm:pt modelId="{76BC4AB0-9C05-4B51-BA9A-4FDFBB7EB47C}" type="pres">
      <dgm:prSet presAssocID="{BE10D87F-0FBE-4C6F-9BDA-2A6BF994D260}" presName="compNode" presStyleCnt="0"/>
      <dgm:spPr/>
      <dgm:t>
        <a:bodyPr/>
        <a:lstStyle/>
        <a:p>
          <a:endParaRPr lang="en-US"/>
        </a:p>
      </dgm:t>
    </dgm:pt>
    <dgm:pt modelId="{F28AC5FF-80E4-4246-B7F0-D72F5B95786A}" type="pres">
      <dgm:prSet presAssocID="{BE10D87F-0FBE-4C6F-9BDA-2A6BF994D260}" presName="dummyConnPt" presStyleCnt="0"/>
      <dgm:spPr/>
      <dgm:t>
        <a:bodyPr/>
        <a:lstStyle/>
        <a:p>
          <a:endParaRPr lang="en-US"/>
        </a:p>
      </dgm:t>
    </dgm:pt>
    <dgm:pt modelId="{3F1D523B-55A5-48FC-986D-0A52AB30437C}" type="pres">
      <dgm:prSet presAssocID="{BE10D87F-0FBE-4C6F-9BDA-2A6BF994D260}" presName="node" presStyleLbl="node1" presStyleIdx="2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7F01E99-B57F-4DC8-B1CA-4215283623E5}" type="pres">
      <dgm:prSet presAssocID="{A71680AC-3F29-4C30-A445-91D4AE641FF8}" presName="sibTrans" presStyleLbl="bgSibTrans2D1" presStyleIdx="2" presStyleCnt="8"/>
      <dgm:spPr/>
      <dgm:t>
        <a:bodyPr/>
        <a:lstStyle/>
        <a:p>
          <a:endParaRPr lang="en-US"/>
        </a:p>
      </dgm:t>
    </dgm:pt>
    <dgm:pt modelId="{C83A7CC4-0007-4A72-A1F0-69B7A357C54E}" type="pres">
      <dgm:prSet presAssocID="{9908C587-9687-43D6-B385-32DC540F45F7}" presName="compNode" presStyleCnt="0"/>
      <dgm:spPr/>
      <dgm:t>
        <a:bodyPr/>
        <a:lstStyle/>
        <a:p>
          <a:endParaRPr lang="en-US"/>
        </a:p>
      </dgm:t>
    </dgm:pt>
    <dgm:pt modelId="{FF0A27AE-174D-4CC8-88C2-D68035E824BF}" type="pres">
      <dgm:prSet presAssocID="{9908C587-9687-43D6-B385-32DC540F45F7}" presName="dummyConnPt" presStyleCnt="0"/>
      <dgm:spPr/>
      <dgm:t>
        <a:bodyPr/>
        <a:lstStyle/>
        <a:p>
          <a:endParaRPr lang="en-US"/>
        </a:p>
      </dgm:t>
    </dgm:pt>
    <dgm:pt modelId="{55B9C68E-F697-4611-8426-04F3810A5A66}" type="pres">
      <dgm:prSet presAssocID="{9908C587-9687-43D6-B385-32DC540F45F7}" presName="node" presStyleLbl="node1" presStyleIdx="3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E518BC2-E55B-4795-B327-261C96E49E04}" type="pres">
      <dgm:prSet presAssocID="{130B7EFD-0A2F-4E29-8DEF-F9E6B2EAB806}" presName="sibTrans" presStyleLbl="bgSibTrans2D1" presStyleIdx="3" presStyleCnt="8"/>
      <dgm:spPr/>
      <dgm:t>
        <a:bodyPr/>
        <a:lstStyle/>
        <a:p>
          <a:endParaRPr lang="en-US"/>
        </a:p>
      </dgm:t>
    </dgm:pt>
    <dgm:pt modelId="{E1E8E3B9-DA3B-4C61-9D2F-5D1F355C432B}" type="pres">
      <dgm:prSet presAssocID="{E7DAC3D0-EE81-491F-9F75-986F1A9CC600}" presName="compNode" presStyleCnt="0"/>
      <dgm:spPr/>
      <dgm:t>
        <a:bodyPr/>
        <a:lstStyle/>
        <a:p>
          <a:endParaRPr lang="en-US"/>
        </a:p>
      </dgm:t>
    </dgm:pt>
    <dgm:pt modelId="{7531F9AE-58B3-45B1-B15B-4A33B47903F5}" type="pres">
      <dgm:prSet presAssocID="{E7DAC3D0-EE81-491F-9F75-986F1A9CC600}" presName="dummyConnPt" presStyleCnt="0"/>
      <dgm:spPr/>
      <dgm:t>
        <a:bodyPr/>
        <a:lstStyle/>
        <a:p>
          <a:endParaRPr lang="en-US"/>
        </a:p>
      </dgm:t>
    </dgm:pt>
    <dgm:pt modelId="{880F17D7-B456-4DB7-8775-28D7CF481926}" type="pres">
      <dgm:prSet presAssocID="{E7DAC3D0-EE81-491F-9F75-986F1A9CC600}" presName="node" presStyleLbl="node1" presStyleIdx="4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38964D9-0B94-4F3A-B11C-F246EB71DCC1}" type="pres">
      <dgm:prSet presAssocID="{BC837A8D-B688-4CA0-A0DD-E830AD335C81}" presName="sibTrans" presStyleLbl="bgSibTrans2D1" presStyleIdx="4" presStyleCnt="8"/>
      <dgm:spPr/>
      <dgm:t>
        <a:bodyPr/>
        <a:lstStyle/>
        <a:p>
          <a:endParaRPr lang="en-US"/>
        </a:p>
      </dgm:t>
    </dgm:pt>
    <dgm:pt modelId="{99F68C30-CDBF-425F-AFBB-A62CC554E6F7}" type="pres">
      <dgm:prSet presAssocID="{2E217B62-D501-4A56-A379-E6E4476B0569}" presName="compNode" presStyleCnt="0"/>
      <dgm:spPr/>
      <dgm:t>
        <a:bodyPr/>
        <a:lstStyle/>
        <a:p>
          <a:endParaRPr lang="en-US"/>
        </a:p>
      </dgm:t>
    </dgm:pt>
    <dgm:pt modelId="{CDEA66D3-024D-416A-A62D-5DCD779F3FD8}" type="pres">
      <dgm:prSet presAssocID="{2E217B62-D501-4A56-A379-E6E4476B0569}" presName="dummyConnPt" presStyleCnt="0"/>
      <dgm:spPr/>
      <dgm:t>
        <a:bodyPr/>
        <a:lstStyle/>
        <a:p>
          <a:endParaRPr lang="en-US"/>
        </a:p>
      </dgm:t>
    </dgm:pt>
    <dgm:pt modelId="{FFA8E9F5-E772-4172-B610-484B3298B6EF}" type="pres">
      <dgm:prSet presAssocID="{2E217B62-D501-4A56-A379-E6E4476B0569}" presName="node" presStyleLbl="node1" presStyleIdx="5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D45976F-7A22-46D9-8B40-3849E6B247EB}" type="pres">
      <dgm:prSet presAssocID="{DD0A19C6-565E-4300-B5A3-2DC88F42A50F}" presName="sibTrans" presStyleLbl="bgSibTrans2D1" presStyleIdx="5" presStyleCnt="8"/>
      <dgm:spPr/>
      <dgm:t>
        <a:bodyPr/>
        <a:lstStyle/>
        <a:p>
          <a:endParaRPr lang="en-US"/>
        </a:p>
      </dgm:t>
    </dgm:pt>
    <dgm:pt modelId="{35F6A503-6776-4B30-BCD5-737EC849A0EF}" type="pres">
      <dgm:prSet presAssocID="{86827CEA-8FC6-40B6-AEE5-643849F77A5B}" presName="compNode" presStyleCnt="0"/>
      <dgm:spPr/>
      <dgm:t>
        <a:bodyPr/>
        <a:lstStyle/>
        <a:p>
          <a:endParaRPr lang="en-US"/>
        </a:p>
      </dgm:t>
    </dgm:pt>
    <dgm:pt modelId="{A67A3AB4-E19B-4117-AE93-A70753796488}" type="pres">
      <dgm:prSet presAssocID="{86827CEA-8FC6-40B6-AEE5-643849F77A5B}" presName="dummyConnPt" presStyleCnt="0"/>
      <dgm:spPr/>
      <dgm:t>
        <a:bodyPr/>
        <a:lstStyle/>
        <a:p>
          <a:endParaRPr lang="en-US"/>
        </a:p>
      </dgm:t>
    </dgm:pt>
    <dgm:pt modelId="{982EFC14-204E-47DB-9D94-2DBFF347ED07}" type="pres">
      <dgm:prSet presAssocID="{86827CEA-8FC6-40B6-AEE5-643849F77A5B}" presName="node" presStyleLbl="node1" presStyleIdx="6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1112ADF-6843-4C9B-B0B9-BFF061B300E5}" type="pres">
      <dgm:prSet presAssocID="{A79A3064-10A3-40DF-B010-E8CFF547AB25}" presName="sibTrans" presStyleLbl="bgSibTrans2D1" presStyleIdx="6" presStyleCnt="8"/>
      <dgm:spPr/>
      <dgm:t>
        <a:bodyPr/>
        <a:lstStyle/>
        <a:p>
          <a:endParaRPr lang="en-US"/>
        </a:p>
      </dgm:t>
    </dgm:pt>
    <dgm:pt modelId="{964AD20D-1A5F-459D-94EE-6ED383A2D444}" type="pres">
      <dgm:prSet presAssocID="{5ADB778E-7B57-4098-815B-EF51B13FF8AB}" presName="compNode" presStyleCnt="0"/>
      <dgm:spPr/>
      <dgm:t>
        <a:bodyPr/>
        <a:lstStyle/>
        <a:p>
          <a:endParaRPr lang="en-US"/>
        </a:p>
      </dgm:t>
    </dgm:pt>
    <dgm:pt modelId="{A66004EC-76FF-4EFD-9B64-EA7784C8B777}" type="pres">
      <dgm:prSet presAssocID="{5ADB778E-7B57-4098-815B-EF51B13FF8AB}" presName="dummyConnPt" presStyleCnt="0"/>
      <dgm:spPr/>
      <dgm:t>
        <a:bodyPr/>
        <a:lstStyle/>
        <a:p>
          <a:endParaRPr lang="en-US"/>
        </a:p>
      </dgm:t>
    </dgm:pt>
    <dgm:pt modelId="{6A9D3762-CA99-4532-A27D-16C10A27F3E8}" type="pres">
      <dgm:prSet presAssocID="{5ADB778E-7B57-4098-815B-EF51B13FF8AB}" presName="node" presStyleLbl="node1" presStyleIdx="7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F45815C-B758-4DF2-8E07-D860C1D6AA2C}" type="pres">
      <dgm:prSet presAssocID="{0F0FD844-0A79-4E9C-AFEE-5348E416A537}" presName="sibTrans" presStyleLbl="bgSibTrans2D1" presStyleIdx="7" presStyleCnt="8"/>
      <dgm:spPr/>
      <dgm:t>
        <a:bodyPr/>
        <a:lstStyle/>
        <a:p>
          <a:endParaRPr lang="en-US"/>
        </a:p>
      </dgm:t>
    </dgm:pt>
    <dgm:pt modelId="{4A0611EF-6FC7-47F2-A71F-C7B0A3948B50}" type="pres">
      <dgm:prSet presAssocID="{AADF5399-6712-4EE6-9A3C-7595364CAB55}" presName="compNode" presStyleCnt="0"/>
      <dgm:spPr/>
      <dgm:t>
        <a:bodyPr/>
        <a:lstStyle/>
        <a:p>
          <a:endParaRPr lang="en-US"/>
        </a:p>
      </dgm:t>
    </dgm:pt>
    <dgm:pt modelId="{9865BBE2-2DA5-4495-A3B5-F956B6F1AAA4}" type="pres">
      <dgm:prSet presAssocID="{AADF5399-6712-4EE6-9A3C-7595364CAB55}" presName="dummyConnPt" presStyleCnt="0"/>
      <dgm:spPr/>
      <dgm:t>
        <a:bodyPr/>
        <a:lstStyle/>
        <a:p>
          <a:endParaRPr lang="en-US"/>
        </a:p>
      </dgm:t>
    </dgm:pt>
    <dgm:pt modelId="{74A4FEB0-C69A-47C0-B4CA-0F89B8809478}" type="pres">
      <dgm:prSet presAssocID="{AADF5399-6712-4EE6-9A3C-7595364CAB55}" presName="node" presStyleLbl="node1" presStyleIdx="8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45BACD6-B9CC-43B2-8002-A31587E9B957}" type="presOf" srcId="{A71680AC-3F29-4C30-A445-91D4AE641FF8}" destId="{B7F01E99-B57F-4DC8-B1CA-4215283623E5}" srcOrd="0" destOrd="0" presId="urn:microsoft.com/office/officeart/2005/8/layout/bProcess4"/>
    <dgm:cxn modelId="{5C454977-409F-49F4-8AEC-9C63ECE6E26F}" type="presOf" srcId="{DD0A19C6-565E-4300-B5A3-2DC88F42A50F}" destId="{5D45976F-7A22-46D9-8B40-3849E6B247EB}" srcOrd="0" destOrd="0" presId="urn:microsoft.com/office/officeart/2005/8/layout/bProcess4"/>
    <dgm:cxn modelId="{3BADD452-7FFE-4A15-B593-D1326014E69B}" srcId="{124B53AE-E7B1-4D82-9BE5-A34B09EEFF0F}" destId="{AADF5399-6712-4EE6-9A3C-7595364CAB55}" srcOrd="8" destOrd="0" parTransId="{923EA939-EA4B-4019-A8A8-578E1159D134}" sibTransId="{EB249433-77B8-49FF-94D2-9F93324EF8AC}"/>
    <dgm:cxn modelId="{A806E2F7-4FC2-47D3-A895-EEC6E1349187}" type="presOf" srcId="{0F0FD844-0A79-4E9C-AFEE-5348E416A537}" destId="{DF45815C-B758-4DF2-8E07-D860C1D6AA2C}" srcOrd="0" destOrd="0" presId="urn:microsoft.com/office/officeart/2005/8/layout/bProcess4"/>
    <dgm:cxn modelId="{E265BD5F-2B97-4DC0-87B3-138E403A5554}" srcId="{124B53AE-E7B1-4D82-9BE5-A34B09EEFF0F}" destId="{B3733686-54C6-4E3B-8711-BF15921BB997}" srcOrd="0" destOrd="0" parTransId="{440D4DA4-6B6E-4EB4-900E-0CDC8F3F22D2}" sibTransId="{0F538E75-9F64-4EB7-AA59-766FE9ED5FFF}"/>
    <dgm:cxn modelId="{F5CD3D59-33B3-4E92-B6F3-C33657944D16}" srcId="{124B53AE-E7B1-4D82-9BE5-A34B09EEFF0F}" destId="{BE10D87F-0FBE-4C6F-9BDA-2A6BF994D260}" srcOrd="2" destOrd="0" parTransId="{EA8E0950-E907-48C1-AE12-8D4B69E45382}" sibTransId="{A71680AC-3F29-4C30-A445-91D4AE641FF8}"/>
    <dgm:cxn modelId="{C375D27D-802B-42E6-B8A4-D933AC8FA422}" type="presOf" srcId="{5ADB778E-7B57-4098-815B-EF51B13FF8AB}" destId="{6A9D3762-CA99-4532-A27D-16C10A27F3E8}" srcOrd="0" destOrd="0" presId="urn:microsoft.com/office/officeart/2005/8/layout/bProcess4"/>
    <dgm:cxn modelId="{09D297E1-88CB-4FEA-BD97-C781D4502A45}" type="presOf" srcId="{130B7EFD-0A2F-4E29-8DEF-F9E6B2EAB806}" destId="{3E518BC2-E55B-4795-B327-261C96E49E04}" srcOrd="0" destOrd="0" presId="urn:microsoft.com/office/officeart/2005/8/layout/bProcess4"/>
    <dgm:cxn modelId="{7AC18547-FD6B-4B61-A205-AFCC46A5992A}" type="presOf" srcId="{BC837A8D-B688-4CA0-A0DD-E830AD335C81}" destId="{138964D9-0B94-4F3A-B11C-F246EB71DCC1}" srcOrd="0" destOrd="0" presId="urn:microsoft.com/office/officeart/2005/8/layout/bProcess4"/>
    <dgm:cxn modelId="{0E205C1A-CF6B-4301-AA61-508EB8C04717}" type="presOf" srcId="{0F538E75-9F64-4EB7-AA59-766FE9ED5FFF}" destId="{5E6F3B1C-A04E-4FE5-83E4-38A99A80DE06}" srcOrd="0" destOrd="0" presId="urn:microsoft.com/office/officeart/2005/8/layout/bProcess4"/>
    <dgm:cxn modelId="{B760E948-4AA6-4D7A-92A9-84246289D55F}" type="presOf" srcId="{2E217B62-D501-4A56-A379-E6E4476B0569}" destId="{FFA8E9F5-E772-4172-B610-484B3298B6EF}" srcOrd="0" destOrd="0" presId="urn:microsoft.com/office/officeart/2005/8/layout/bProcess4"/>
    <dgm:cxn modelId="{9DF96B2A-700A-4135-883E-0DFB68B4AB0C}" type="presOf" srcId="{AADF5399-6712-4EE6-9A3C-7595364CAB55}" destId="{74A4FEB0-C69A-47C0-B4CA-0F89B8809478}" srcOrd="0" destOrd="0" presId="urn:microsoft.com/office/officeart/2005/8/layout/bProcess4"/>
    <dgm:cxn modelId="{B5D0B206-0A68-410D-940A-49EB4E97CD23}" srcId="{124B53AE-E7B1-4D82-9BE5-A34B09EEFF0F}" destId="{86827CEA-8FC6-40B6-AEE5-643849F77A5B}" srcOrd="6" destOrd="0" parTransId="{130F1CAA-67C2-4D8B-9CC3-A86FCC078EF7}" sibTransId="{A79A3064-10A3-40DF-B010-E8CFF547AB25}"/>
    <dgm:cxn modelId="{C007ED1D-4ED0-4481-A921-DB9211FE24FA}" type="presOf" srcId="{BE10D87F-0FBE-4C6F-9BDA-2A6BF994D260}" destId="{3F1D523B-55A5-48FC-986D-0A52AB30437C}" srcOrd="0" destOrd="0" presId="urn:microsoft.com/office/officeart/2005/8/layout/bProcess4"/>
    <dgm:cxn modelId="{79AC86CB-73B6-420F-855B-0BF70AEC939E}" type="presOf" srcId="{93B22F40-011A-4791-A1E5-BDEBEC83AA1B}" destId="{F5AAEBCC-2027-4BE5-851F-697143953CB2}" srcOrd="0" destOrd="0" presId="urn:microsoft.com/office/officeart/2005/8/layout/bProcess4"/>
    <dgm:cxn modelId="{52115C06-6EEB-4D14-A967-A9DFA5F56109}" srcId="{124B53AE-E7B1-4D82-9BE5-A34B09EEFF0F}" destId="{E7DAC3D0-EE81-491F-9F75-986F1A9CC600}" srcOrd="4" destOrd="0" parTransId="{A6D27B00-2F41-41B1-8BC4-F2242737A655}" sibTransId="{BC837A8D-B688-4CA0-A0DD-E830AD335C81}"/>
    <dgm:cxn modelId="{EF6F5EE4-1A25-45F1-99EF-0622EA9A35C5}" type="presOf" srcId="{D5D8244E-786C-4031-A3EE-B73A8D48725F}" destId="{7F02D15E-75BA-4D14-839B-D3E1576D39AA}" srcOrd="0" destOrd="0" presId="urn:microsoft.com/office/officeart/2005/8/layout/bProcess4"/>
    <dgm:cxn modelId="{20895B1A-4E21-4D42-B373-BCD2A0DF43BF}" srcId="{124B53AE-E7B1-4D82-9BE5-A34B09EEFF0F}" destId="{9908C587-9687-43D6-B385-32DC540F45F7}" srcOrd="3" destOrd="0" parTransId="{7C390D86-A83B-4528-AC44-DA9846F5C75E}" sibTransId="{130B7EFD-0A2F-4E29-8DEF-F9E6B2EAB806}"/>
    <dgm:cxn modelId="{3B85F4CF-8058-4700-A59F-F56D95CE28A9}" type="presOf" srcId="{124B53AE-E7B1-4D82-9BE5-A34B09EEFF0F}" destId="{171ABDBF-3121-4CF3-9ED1-A04117E9CC9C}" srcOrd="0" destOrd="0" presId="urn:microsoft.com/office/officeart/2005/8/layout/bProcess4"/>
    <dgm:cxn modelId="{37A845A9-7DBE-43BE-A311-A866047872DC}" srcId="{124B53AE-E7B1-4D82-9BE5-A34B09EEFF0F}" destId="{5ADB778E-7B57-4098-815B-EF51B13FF8AB}" srcOrd="7" destOrd="0" parTransId="{F5F10653-7E81-426E-B0C2-4770AD900C6C}" sibTransId="{0F0FD844-0A79-4E9C-AFEE-5348E416A537}"/>
    <dgm:cxn modelId="{3B89535B-A61F-45D1-8E77-43901BBE8833}" srcId="{124B53AE-E7B1-4D82-9BE5-A34B09EEFF0F}" destId="{D5D8244E-786C-4031-A3EE-B73A8D48725F}" srcOrd="1" destOrd="0" parTransId="{5EEEEBEB-471E-4BF6-AEA4-BB2F37541C58}" sibTransId="{93B22F40-011A-4791-A1E5-BDEBEC83AA1B}"/>
    <dgm:cxn modelId="{401110C7-49D7-4668-B567-598451F4CC17}" type="presOf" srcId="{E7DAC3D0-EE81-491F-9F75-986F1A9CC600}" destId="{880F17D7-B456-4DB7-8775-28D7CF481926}" srcOrd="0" destOrd="0" presId="urn:microsoft.com/office/officeart/2005/8/layout/bProcess4"/>
    <dgm:cxn modelId="{12FD8807-6DC1-4EAA-91D9-D7ED99E2F45C}" srcId="{124B53AE-E7B1-4D82-9BE5-A34B09EEFF0F}" destId="{2E217B62-D501-4A56-A379-E6E4476B0569}" srcOrd="5" destOrd="0" parTransId="{BE4D4524-ADD0-472A-9A5A-88D70BA8F63B}" sibTransId="{DD0A19C6-565E-4300-B5A3-2DC88F42A50F}"/>
    <dgm:cxn modelId="{930E831A-3E3E-476E-8FBD-938C8807F28C}" type="presOf" srcId="{A79A3064-10A3-40DF-B010-E8CFF547AB25}" destId="{01112ADF-6843-4C9B-B0B9-BFF061B300E5}" srcOrd="0" destOrd="0" presId="urn:microsoft.com/office/officeart/2005/8/layout/bProcess4"/>
    <dgm:cxn modelId="{77B1F5B4-869D-434B-B77B-E0F0FE0D4C8B}" type="presOf" srcId="{86827CEA-8FC6-40B6-AEE5-643849F77A5B}" destId="{982EFC14-204E-47DB-9D94-2DBFF347ED07}" srcOrd="0" destOrd="0" presId="urn:microsoft.com/office/officeart/2005/8/layout/bProcess4"/>
    <dgm:cxn modelId="{63E8FFEE-D100-4B6B-A881-684CAC45B96A}" type="presOf" srcId="{B3733686-54C6-4E3B-8711-BF15921BB997}" destId="{5EBB0BA6-9332-4D36-9C72-06BED0B2B03D}" srcOrd="0" destOrd="0" presId="urn:microsoft.com/office/officeart/2005/8/layout/bProcess4"/>
    <dgm:cxn modelId="{BFDA7AB7-2CE4-424B-AF7B-9B0BC099404D}" type="presOf" srcId="{9908C587-9687-43D6-B385-32DC540F45F7}" destId="{55B9C68E-F697-4611-8426-04F3810A5A66}" srcOrd="0" destOrd="0" presId="urn:microsoft.com/office/officeart/2005/8/layout/bProcess4"/>
    <dgm:cxn modelId="{95D03AA2-EB6F-42B3-9656-57021D348780}" type="presParOf" srcId="{171ABDBF-3121-4CF3-9ED1-A04117E9CC9C}" destId="{83029692-BD9C-43AF-88DA-89DFC6C5848A}" srcOrd="0" destOrd="0" presId="urn:microsoft.com/office/officeart/2005/8/layout/bProcess4"/>
    <dgm:cxn modelId="{F418A60A-FD71-43BE-BDFE-9CB0DC7195BD}" type="presParOf" srcId="{83029692-BD9C-43AF-88DA-89DFC6C5848A}" destId="{2789B492-53BD-4622-BC3D-E4E0752A7BDB}" srcOrd="0" destOrd="0" presId="urn:microsoft.com/office/officeart/2005/8/layout/bProcess4"/>
    <dgm:cxn modelId="{2435A428-1866-43C4-8766-140284953D8D}" type="presParOf" srcId="{83029692-BD9C-43AF-88DA-89DFC6C5848A}" destId="{5EBB0BA6-9332-4D36-9C72-06BED0B2B03D}" srcOrd="1" destOrd="0" presId="urn:microsoft.com/office/officeart/2005/8/layout/bProcess4"/>
    <dgm:cxn modelId="{4B558A0C-64BA-4E36-80A9-FA63F785CA40}" type="presParOf" srcId="{171ABDBF-3121-4CF3-9ED1-A04117E9CC9C}" destId="{5E6F3B1C-A04E-4FE5-83E4-38A99A80DE06}" srcOrd="1" destOrd="0" presId="urn:microsoft.com/office/officeart/2005/8/layout/bProcess4"/>
    <dgm:cxn modelId="{00F1949B-F305-4E81-A470-14747C43ECFA}" type="presParOf" srcId="{171ABDBF-3121-4CF3-9ED1-A04117E9CC9C}" destId="{704BD311-2B9E-4D68-A20F-02CBBA9A92CA}" srcOrd="2" destOrd="0" presId="urn:microsoft.com/office/officeart/2005/8/layout/bProcess4"/>
    <dgm:cxn modelId="{1E3C95ED-09C5-4BFA-9DE8-D38D333ED19D}" type="presParOf" srcId="{704BD311-2B9E-4D68-A20F-02CBBA9A92CA}" destId="{4906EE50-EE68-4270-95A0-0CC7303F3BDB}" srcOrd="0" destOrd="0" presId="urn:microsoft.com/office/officeart/2005/8/layout/bProcess4"/>
    <dgm:cxn modelId="{C1E459B8-AEE6-42A4-8ECC-FD2D81BEEF7C}" type="presParOf" srcId="{704BD311-2B9E-4D68-A20F-02CBBA9A92CA}" destId="{7F02D15E-75BA-4D14-839B-D3E1576D39AA}" srcOrd="1" destOrd="0" presId="urn:microsoft.com/office/officeart/2005/8/layout/bProcess4"/>
    <dgm:cxn modelId="{AF61AC19-42A6-42B9-8455-B2BB34148C9E}" type="presParOf" srcId="{171ABDBF-3121-4CF3-9ED1-A04117E9CC9C}" destId="{F5AAEBCC-2027-4BE5-851F-697143953CB2}" srcOrd="3" destOrd="0" presId="urn:microsoft.com/office/officeart/2005/8/layout/bProcess4"/>
    <dgm:cxn modelId="{B37FA45B-1A0A-41E7-8EEF-FCF3D3197D24}" type="presParOf" srcId="{171ABDBF-3121-4CF3-9ED1-A04117E9CC9C}" destId="{76BC4AB0-9C05-4B51-BA9A-4FDFBB7EB47C}" srcOrd="4" destOrd="0" presId="urn:microsoft.com/office/officeart/2005/8/layout/bProcess4"/>
    <dgm:cxn modelId="{39BB6CC4-E1D4-4316-A433-E529C8AA6CE8}" type="presParOf" srcId="{76BC4AB0-9C05-4B51-BA9A-4FDFBB7EB47C}" destId="{F28AC5FF-80E4-4246-B7F0-D72F5B95786A}" srcOrd="0" destOrd="0" presId="urn:microsoft.com/office/officeart/2005/8/layout/bProcess4"/>
    <dgm:cxn modelId="{F50F51A5-D533-46EB-8D6A-489245C215FB}" type="presParOf" srcId="{76BC4AB0-9C05-4B51-BA9A-4FDFBB7EB47C}" destId="{3F1D523B-55A5-48FC-986D-0A52AB30437C}" srcOrd="1" destOrd="0" presId="urn:microsoft.com/office/officeart/2005/8/layout/bProcess4"/>
    <dgm:cxn modelId="{9D2E18E3-BB31-49A9-BB43-E1D7A19D4872}" type="presParOf" srcId="{171ABDBF-3121-4CF3-9ED1-A04117E9CC9C}" destId="{B7F01E99-B57F-4DC8-B1CA-4215283623E5}" srcOrd="5" destOrd="0" presId="urn:microsoft.com/office/officeart/2005/8/layout/bProcess4"/>
    <dgm:cxn modelId="{E01707E0-8291-4676-B3F4-858DEFE85AE3}" type="presParOf" srcId="{171ABDBF-3121-4CF3-9ED1-A04117E9CC9C}" destId="{C83A7CC4-0007-4A72-A1F0-69B7A357C54E}" srcOrd="6" destOrd="0" presId="urn:microsoft.com/office/officeart/2005/8/layout/bProcess4"/>
    <dgm:cxn modelId="{1E20DADA-93D0-452C-87A8-0C4B54DAB701}" type="presParOf" srcId="{C83A7CC4-0007-4A72-A1F0-69B7A357C54E}" destId="{FF0A27AE-174D-4CC8-88C2-D68035E824BF}" srcOrd="0" destOrd="0" presId="urn:microsoft.com/office/officeart/2005/8/layout/bProcess4"/>
    <dgm:cxn modelId="{60182343-0490-46EE-A477-F531D0E01032}" type="presParOf" srcId="{C83A7CC4-0007-4A72-A1F0-69B7A357C54E}" destId="{55B9C68E-F697-4611-8426-04F3810A5A66}" srcOrd="1" destOrd="0" presId="urn:microsoft.com/office/officeart/2005/8/layout/bProcess4"/>
    <dgm:cxn modelId="{4F3CBD0E-DC55-4748-9E48-E40C08B5C93A}" type="presParOf" srcId="{171ABDBF-3121-4CF3-9ED1-A04117E9CC9C}" destId="{3E518BC2-E55B-4795-B327-261C96E49E04}" srcOrd="7" destOrd="0" presId="urn:microsoft.com/office/officeart/2005/8/layout/bProcess4"/>
    <dgm:cxn modelId="{93B09EDD-DD9D-4B4D-B2E6-F852890E10A1}" type="presParOf" srcId="{171ABDBF-3121-4CF3-9ED1-A04117E9CC9C}" destId="{E1E8E3B9-DA3B-4C61-9D2F-5D1F355C432B}" srcOrd="8" destOrd="0" presId="urn:microsoft.com/office/officeart/2005/8/layout/bProcess4"/>
    <dgm:cxn modelId="{B2C810C0-6FD6-4E05-B24B-289A74396657}" type="presParOf" srcId="{E1E8E3B9-DA3B-4C61-9D2F-5D1F355C432B}" destId="{7531F9AE-58B3-45B1-B15B-4A33B47903F5}" srcOrd="0" destOrd="0" presId="urn:microsoft.com/office/officeart/2005/8/layout/bProcess4"/>
    <dgm:cxn modelId="{723F7FA9-4E99-4DA7-B6C9-77BB526A82B2}" type="presParOf" srcId="{E1E8E3B9-DA3B-4C61-9D2F-5D1F355C432B}" destId="{880F17D7-B456-4DB7-8775-28D7CF481926}" srcOrd="1" destOrd="0" presId="urn:microsoft.com/office/officeart/2005/8/layout/bProcess4"/>
    <dgm:cxn modelId="{08CCB544-6319-43B8-A242-AAA0FC4AE811}" type="presParOf" srcId="{171ABDBF-3121-4CF3-9ED1-A04117E9CC9C}" destId="{138964D9-0B94-4F3A-B11C-F246EB71DCC1}" srcOrd="9" destOrd="0" presId="urn:microsoft.com/office/officeart/2005/8/layout/bProcess4"/>
    <dgm:cxn modelId="{9B6A93A0-78B0-407F-A1E1-071F6A54C5EE}" type="presParOf" srcId="{171ABDBF-3121-4CF3-9ED1-A04117E9CC9C}" destId="{99F68C30-CDBF-425F-AFBB-A62CC554E6F7}" srcOrd="10" destOrd="0" presId="urn:microsoft.com/office/officeart/2005/8/layout/bProcess4"/>
    <dgm:cxn modelId="{A9F70CFA-5546-4CF6-9D2E-B6026C949225}" type="presParOf" srcId="{99F68C30-CDBF-425F-AFBB-A62CC554E6F7}" destId="{CDEA66D3-024D-416A-A62D-5DCD779F3FD8}" srcOrd="0" destOrd="0" presId="urn:microsoft.com/office/officeart/2005/8/layout/bProcess4"/>
    <dgm:cxn modelId="{FDC26ADF-2DF5-4BA4-A205-DF9BA8110AD9}" type="presParOf" srcId="{99F68C30-CDBF-425F-AFBB-A62CC554E6F7}" destId="{FFA8E9F5-E772-4172-B610-484B3298B6EF}" srcOrd="1" destOrd="0" presId="urn:microsoft.com/office/officeart/2005/8/layout/bProcess4"/>
    <dgm:cxn modelId="{B17AE86B-CFA0-4B50-88ED-CCBC50A0E6FB}" type="presParOf" srcId="{171ABDBF-3121-4CF3-9ED1-A04117E9CC9C}" destId="{5D45976F-7A22-46D9-8B40-3849E6B247EB}" srcOrd="11" destOrd="0" presId="urn:microsoft.com/office/officeart/2005/8/layout/bProcess4"/>
    <dgm:cxn modelId="{771A3AD9-F7F0-4973-8ADE-546A2C716220}" type="presParOf" srcId="{171ABDBF-3121-4CF3-9ED1-A04117E9CC9C}" destId="{35F6A503-6776-4B30-BCD5-737EC849A0EF}" srcOrd="12" destOrd="0" presId="urn:microsoft.com/office/officeart/2005/8/layout/bProcess4"/>
    <dgm:cxn modelId="{17F2685C-46C2-404E-AE62-7D1555B84C59}" type="presParOf" srcId="{35F6A503-6776-4B30-BCD5-737EC849A0EF}" destId="{A67A3AB4-E19B-4117-AE93-A70753796488}" srcOrd="0" destOrd="0" presId="urn:microsoft.com/office/officeart/2005/8/layout/bProcess4"/>
    <dgm:cxn modelId="{463EEC31-4D5E-4EC1-9E18-376386D9E708}" type="presParOf" srcId="{35F6A503-6776-4B30-BCD5-737EC849A0EF}" destId="{982EFC14-204E-47DB-9D94-2DBFF347ED07}" srcOrd="1" destOrd="0" presId="urn:microsoft.com/office/officeart/2005/8/layout/bProcess4"/>
    <dgm:cxn modelId="{DF559D5B-5F95-414E-90B2-C249424E0B08}" type="presParOf" srcId="{171ABDBF-3121-4CF3-9ED1-A04117E9CC9C}" destId="{01112ADF-6843-4C9B-B0B9-BFF061B300E5}" srcOrd="13" destOrd="0" presId="urn:microsoft.com/office/officeart/2005/8/layout/bProcess4"/>
    <dgm:cxn modelId="{9352C813-45FF-42BF-822C-1A53B3B3A0BA}" type="presParOf" srcId="{171ABDBF-3121-4CF3-9ED1-A04117E9CC9C}" destId="{964AD20D-1A5F-459D-94EE-6ED383A2D444}" srcOrd="14" destOrd="0" presId="urn:microsoft.com/office/officeart/2005/8/layout/bProcess4"/>
    <dgm:cxn modelId="{7A85CB01-D314-4828-85D2-72C8DE31A690}" type="presParOf" srcId="{964AD20D-1A5F-459D-94EE-6ED383A2D444}" destId="{A66004EC-76FF-4EFD-9B64-EA7784C8B777}" srcOrd="0" destOrd="0" presId="urn:microsoft.com/office/officeart/2005/8/layout/bProcess4"/>
    <dgm:cxn modelId="{74550BC6-07FE-4EF9-9142-0FF42588EC4C}" type="presParOf" srcId="{964AD20D-1A5F-459D-94EE-6ED383A2D444}" destId="{6A9D3762-CA99-4532-A27D-16C10A27F3E8}" srcOrd="1" destOrd="0" presId="urn:microsoft.com/office/officeart/2005/8/layout/bProcess4"/>
    <dgm:cxn modelId="{2F17B464-5BF2-4934-9E0B-C8CA56BC5BF1}" type="presParOf" srcId="{171ABDBF-3121-4CF3-9ED1-A04117E9CC9C}" destId="{DF45815C-B758-4DF2-8E07-D860C1D6AA2C}" srcOrd="15" destOrd="0" presId="urn:microsoft.com/office/officeart/2005/8/layout/bProcess4"/>
    <dgm:cxn modelId="{E9250E16-C2C8-45B6-A668-354C21B76CD5}" type="presParOf" srcId="{171ABDBF-3121-4CF3-9ED1-A04117E9CC9C}" destId="{4A0611EF-6FC7-47F2-A71F-C7B0A3948B50}" srcOrd="16" destOrd="0" presId="urn:microsoft.com/office/officeart/2005/8/layout/bProcess4"/>
    <dgm:cxn modelId="{280F1134-262B-4679-B9E9-E0D22408B2F8}" type="presParOf" srcId="{4A0611EF-6FC7-47F2-A71F-C7B0A3948B50}" destId="{9865BBE2-2DA5-4495-A3B5-F956B6F1AAA4}" srcOrd="0" destOrd="0" presId="urn:microsoft.com/office/officeart/2005/8/layout/bProcess4"/>
    <dgm:cxn modelId="{71D0BB69-DE33-4A79-8CA3-B44BBE0367CC}" type="presParOf" srcId="{4A0611EF-6FC7-47F2-A71F-C7B0A3948B50}" destId="{74A4FEB0-C69A-47C0-B4CA-0F89B8809478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xmlns="" relId="rId5" minVer="http://schemas.openxmlformats.org/drawingml/2006/diagram"/>
    </a:ext>
  </dgm:extLst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101" y="2130428"/>
            <a:ext cx="9181148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0204" y="3886200"/>
            <a:ext cx="7560945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FD44D-3AE7-422E-A642-0D571EBE6BD2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F687D-508F-4165-8315-B7390523F5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FD44D-3AE7-422E-A642-0D571EBE6BD2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F687D-508F-4165-8315-B7390523F5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232" y="4406903"/>
            <a:ext cx="918114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232" y="2906713"/>
            <a:ext cx="918114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FD44D-3AE7-422E-A642-0D571EBE6BD2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F687D-508F-4165-8315-B7390523F5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7580" y="1600203"/>
            <a:ext cx="565195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9559" y="1600203"/>
            <a:ext cx="565195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FD44D-3AE7-422E-A642-0D571EBE6BD2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F687D-508F-4165-8315-B7390523F5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069" y="274638"/>
            <a:ext cx="9721215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0068" y="1535113"/>
            <a:ext cx="477247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0068" y="2174875"/>
            <a:ext cx="477247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86937" y="1535113"/>
            <a:ext cx="477434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86937" y="2174875"/>
            <a:ext cx="477434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FD44D-3AE7-422E-A642-0D571EBE6BD2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F687D-508F-4165-8315-B7390523F5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FD44D-3AE7-422E-A642-0D571EBE6BD2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F687D-508F-4165-8315-B7390523F5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FD44D-3AE7-422E-A642-0D571EBE6BD2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F687D-508F-4165-8315-B7390523F5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069" y="273050"/>
            <a:ext cx="3553570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3029" y="273053"/>
            <a:ext cx="6038255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0069" y="1435103"/>
            <a:ext cx="3553570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FD44D-3AE7-422E-A642-0D571EBE6BD2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F687D-508F-4165-8315-B7390523F5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7140" y="4800600"/>
            <a:ext cx="648081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17140" y="612775"/>
            <a:ext cx="648081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17140" y="5367338"/>
            <a:ext cx="648081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FD44D-3AE7-422E-A642-0D571EBE6BD2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F687D-508F-4165-8315-B7390523F5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FD44D-3AE7-422E-A642-0D571EBE6BD2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F687D-508F-4165-8315-B7390523F5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50533" y="274641"/>
            <a:ext cx="2870983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37579" y="274641"/>
            <a:ext cx="843293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FD44D-3AE7-422E-A642-0D571EBE6BD2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F687D-508F-4165-8315-B7390523F5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0069" y="274638"/>
            <a:ext cx="972121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0069" y="1600203"/>
            <a:ext cx="972121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069" y="6356353"/>
            <a:ext cx="25203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4FD44D-3AE7-422E-A642-0D571EBE6BD2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90461" y="6356353"/>
            <a:ext cx="34204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40969" y="6356353"/>
            <a:ext cx="25203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CF687D-508F-4165-8315-B7390523F56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spatie.be/docs/laravel-permission/v6/basic-usage/role-permissions" TargetMode="External"/><Relationship Id="rId2" Type="http://schemas.openxmlformats.org/officeDocument/2006/relationships/hyperlink" Target="https://laravel.com/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2957" y="2000240"/>
            <a:ext cx="8791109" cy="189436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Summer Internship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at</a:t>
            </a:r>
            <a:br>
              <a:rPr lang="en-US" sz="28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Future Way Institute of Multimedia,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Surat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20" y="3886200"/>
            <a:ext cx="8858312" cy="2471758"/>
          </a:xfrm>
        </p:spPr>
        <p:txBody>
          <a:bodyPr>
            <a:noAutofit/>
          </a:bodyPr>
          <a:lstStyle/>
          <a:p>
            <a:pPr algn="ctr"/>
            <a:r>
              <a:rPr lang="en-US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Department of Computer </a:t>
            </a:r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cience and Engineering</a:t>
            </a:r>
          </a:p>
          <a:p>
            <a:pPr algn="ctr"/>
            <a:r>
              <a:rPr lang="en-US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S.N. Patel Institute of Technology and Research Centre</a:t>
            </a:r>
          </a:p>
          <a:p>
            <a:pPr algn="ctr"/>
            <a:r>
              <a:rPr lang="en-US" sz="16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Umrakh</a:t>
            </a:r>
            <a:r>
              <a:rPr lang="en-US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6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16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ardoli</a:t>
            </a:r>
            <a:endParaRPr lang="en-US" sz="16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16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Guided by                                                                                                                                     Presented by</a:t>
            </a:r>
          </a:p>
          <a:p>
            <a:pPr algn="just"/>
            <a:r>
              <a:rPr lang="en-US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Prof. </a:t>
            </a:r>
            <a:r>
              <a:rPr lang="en-US" sz="16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Jahnavi</a:t>
            </a:r>
            <a:r>
              <a:rPr lang="en-US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A. Desai                                                                                          </a:t>
            </a:r>
            <a:r>
              <a:rPr lang="en-US" sz="16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Sahil</a:t>
            </a:r>
            <a:r>
              <a:rPr lang="en-US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Bharatkumar</a:t>
            </a:r>
            <a:r>
              <a:rPr lang="en-US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Kayasth</a:t>
            </a:r>
            <a:endParaRPr lang="en-US" sz="16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Internal Guide                                                                                                                        (</a:t>
            </a:r>
            <a:r>
              <a:rPr lang="en-US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220490131026</a:t>
            </a:r>
            <a:r>
              <a:rPr lang="en-US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algn="l"/>
            <a:endParaRPr lang="en-US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817214" cy="15891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92010" y="0"/>
            <a:ext cx="1809340" cy="15625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Outline: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+mj-lt"/>
              <a:buAutoNum type="arabicParenR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pPr>
              <a:buFont typeface="+mj-lt"/>
              <a:buAutoNum type="arabicParenR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Objectives of  Internship</a:t>
            </a:r>
          </a:p>
          <a:p>
            <a:pPr>
              <a:buFont typeface="+mj-lt"/>
              <a:buAutoNum type="arabicParenR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Problem Statement &amp; Goal</a:t>
            </a:r>
          </a:p>
          <a:p>
            <a:pPr>
              <a:buFont typeface="+mj-lt"/>
              <a:buAutoNum type="arabicParenR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Problem, Purpose &amp; Objectives</a:t>
            </a:r>
          </a:p>
          <a:p>
            <a:pPr>
              <a:buFont typeface="+mj-lt"/>
              <a:buAutoNum type="arabicParenR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Steps for RBAC Creation</a:t>
            </a:r>
          </a:p>
          <a:p>
            <a:pPr>
              <a:buFont typeface="+mj-lt"/>
              <a:buAutoNum type="arabicParenR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Login Page &amp; Dashboard Layout</a:t>
            </a:r>
          </a:p>
          <a:p>
            <a:pPr>
              <a:buFont typeface="+mj-lt"/>
              <a:buAutoNum type="arabicParenR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Challenges &amp;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Learnings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+mj-lt"/>
              <a:buAutoNum type="arabicParenR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Conclusion</a:t>
            </a:r>
          </a:p>
          <a:p>
            <a:pPr>
              <a:buFont typeface="+mj-lt"/>
              <a:buAutoNum type="arabicParenR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References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 descr="C:\Users\sahil\OneDrive\Pictures\Screenshots\Screenshot 2025-08-24 145909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86361" y="1071546"/>
            <a:ext cx="4556814" cy="464347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Company’s Introduction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Company’s Description:</a:t>
            </a:r>
          </a:p>
          <a:p>
            <a:pPr algn="just">
              <a:buFont typeface="Wingdings" pitchFamily="2" charset="2"/>
              <a:buChar char="Ø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Future Way Multimedia is a leading IT Company + learning Institute of </a:t>
            </a: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Surat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. Their main is work is to provide IT System training and support to small and big IT companies.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It functions under the name 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Future Way Institute of Multimedia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and is based in </a:t>
            </a: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Surat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, Gujarat. </a:t>
            </a:r>
          </a:p>
          <a:p>
            <a:pPr algn="just">
              <a:buFont typeface="Wingdings" pitchFamily="2" charset="2"/>
              <a:buChar char="Ø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It aims to connect organizations, non-profits, and public entities to boost software development efforts across sectors like education  and livelihoods.</a:t>
            </a:r>
          </a:p>
          <a:p>
            <a:pPr algn="just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My role as intern:</a:t>
            </a:r>
          </a:p>
          <a:p>
            <a:pPr algn="just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Designation: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Web developer Intern</a:t>
            </a:r>
          </a:p>
          <a:p>
            <a:pPr algn="just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Duration: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4 Weeks</a:t>
            </a:r>
          </a:p>
          <a:p>
            <a:pPr algn="just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Mode of  work: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Offline</a:t>
            </a:r>
            <a:endParaRPr lang="en-US" sz="1800" b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29633" y="0"/>
            <a:ext cx="1813487" cy="15001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Objectives of Internship: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Primary Objectives: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Learn how to use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Laravel’s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features like Blade templates, routing, and controllers effectively.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Understand how to connect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Laravel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applications with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phpMyAdmin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for managing data.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Explore and apply the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Laravel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Spatie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package for managing roles and permissions.</a:t>
            </a:r>
          </a:p>
          <a:p>
            <a:pPr algn="just">
              <a:buFont typeface="Wingdings" pitchFamily="2" charset="2"/>
              <a:buChar char="Ø"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Project’s Goal: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To create a secure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Role-Based Access Control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system where users have different permissions based on their roles.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Ensure that each role (Admin, School, Teacher, Student) can only access the data and actions allowed for them.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Provide a simple and user-friendly interface using Blade templates.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3200" b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Content Placeholder 4" descr="C:\Users\sahil\OneDrive\Pictures\Screenshots\Screenshot 2025-08-24 153026.png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543683" y="1643050"/>
            <a:ext cx="3667002" cy="407196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>
                <a:latin typeface="Times New Roman" pitchFamily="18" charset="0"/>
                <a:cs typeface="Times New Roman" pitchFamily="18" charset="0"/>
              </a:rPr>
              <a:t>Problem Statement &amp; Goal: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Statement: 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Without proper access control, all users may access or modify sensitive data, leading to security risks. A system was needed to give specific permissions based on user roles.</a:t>
            </a:r>
          </a:p>
          <a:p>
            <a:pPr algn="just">
              <a:buNone/>
            </a:pP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Goal: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To build a secure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RBAC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system in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Laravel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where each role has defined permissions, ensuring data security and a role-specific experience.</a:t>
            </a: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29633" y="0"/>
            <a:ext cx="1903724" cy="15001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Problem, Purpose &amp; Objectives: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0067" y="1600201"/>
            <a:ext cx="6970261" cy="4525963"/>
          </a:xfrm>
        </p:spPr>
        <p:txBody>
          <a:bodyPr>
            <a:normAutofit/>
          </a:bodyPr>
          <a:lstStyle/>
          <a:p>
            <a:pPr algn="just"/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Problem:</a:t>
            </a:r>
          </a:p>
          <a:p>
            <a:pPr algn="just">
              <a:buFont typeface="Wingdings" pitchFamily="2" charset="2"/>
              <a:buChar char="Ø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Anyone could access or change data without restrictions.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No clear separation of permissions for different types of users.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Risk of data misuse and security breaches.</a:t>
            </a:r>
          </a:p>
          <a:p>
            <a:pPr algn="just">
              <a:buFont typeface="Wingdings" pitchFamily="2" charset="2"/>
              <a:buChar char="Ø"/>
            </a:pP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Purpose:</a:t>
            </a:r>
          </a:p>
          <a:p>
            <a:pPr algn="just">
              <a:buFont typeface="Wingdings" pitchFamily="2" charset="2"/>
              <a:buChar char="Ø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To create a secure system where each user has access only to what they need.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To ensure smooth management of data based on user roles.</a:t>
            </a:r>
          </a:p>
          <a:p>
            <a:pPr algn="just"/>
            <a:endParaRPr lang="en-US" sz="16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Objectives:</a:t>
            </a:r>
          </a:p>
          <a:p>
            <a:pPr algn="just">
              <a:buFont typeface="Wingdings" pitchFamily="2" charset="2"/>
              <a:buChar char="Ø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Implement Role-Based Access Control (RBAC) using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Laravel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Use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Laravel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Spatie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to create and assign roles &amp; permissions.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Provide separate dashboards and actions for Admin, School, Teacher, and Student.</a:t>
            </a:r>
            <a:endParaRPr lang="en-US" sz="16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Ø"/>
            </a:pPr>
            <a:endParaRPr lang="en-US" sz="16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Diagram 3"/>
          <p:cNvGraphicFramePr/>
          <p:nvPr/>
        </p:nvGraphicFramePr>
        <p:xfrm>
          <a:off x="7615253" y="2214554"/>
          <a:ext cx="2360924" cy="25622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dirty="0">
                <a:latin typeface="Times New Roman" pitchFamily="18" charset="0"/>
                <a:cs typeface="Times New Roman" pitchFamily="18" charset="0"/>
              </a:rPr>
              <a:t>Steps for RBAC Creation: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540067" y="1600201"/>
          <a:ext cx="9248687" cy="44720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Steps for </a:t>
            </a: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RBAC Creation(Conti</a:t>
            </a:r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…):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Step – 1: Set up </a:t>
            </a: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Laravel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Project</a:t>
            </a:r>
          </a:p>
          <a:p>
            <a:pPr>
              <a:buNone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 descr="Screenshot 2025-08-25 1112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122" y="2143116"/>
            <a:ext cx="9290957" cy="4521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Steps for RBAC Creation(Conti…):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Step – 2: Database Connection </a:t>
            </a:r>
          </a:p>
          <a:p>
            <a:pPr>
              <a:buNone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8537" y="2000241"/>
            <a:ext cx="2671257" cy="3643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4" descr="Screenshot 2025-08-25 11163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2952" y="2000241"/>
            <a:ext cx="6402631" cy="364333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Steps for RBAC Creation(Conti…):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Step – 3: Create Users Table </a:t>
            </a:r>
          </a:p>
          <a:p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0665" y="2000240"/>
            <a:ext cx="9024852" cy="4429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Steps for RBAC Creation(Conti…):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Step – 4: Install </a:t>
            </a: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Spatie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Package</a:t>
            </a:r>
          </a:p>
          <a:p>
            <a:pPr>
              <a:buFont typeface="Wingdings" pitchFamily="2" charset="2"/>
              <a:buChar char="Ø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Command to install </a:t>
            </a: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Spatie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Package is:</a:t>
            </a:r>
          </a:p>
          <a:p>
            <a:pPr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en-US" sz="1800" b="1" i="1" dirty="0" smtClean="0">
                <a:latin typeface="Times New Roman" pitchFamily="18" charset="0"/>
                <a:cs typeface="Times New Roman" pitchFamily="18" charset="0"/>
              </a:rPr>
              <a:t>composer require </a:t>
            </a:r>
            <a:r>
              <a:rPr lang="en-US" sz="1800" b="1" i="1" dirty="0" err="1" smtClean="0">
                <a:latin typeface="Times New Roman" pitchFamily="18" charset="0"/>
                <a:cs typeface="Times New Roman" pitchFamily="18" charset="0"/>
              </a:rPr>
              <a:t>spatie</a:t>
            </a:r>
            <a:r>
              <a:rPr lang="en-US" sz="1800" b="1" i="1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1800" b="1" i="1" dirty="0" err="1" smtClean="0">
                <a:latin typeface="Times New Roman" pitchFamily="18" charset="0"/>
                <a:cs typeface="Times New Roman" pitchFamily="18" charset="0"/>
              </a:rPr>
              <a:t>laravel</a:t>
            </a:r>
            <a:r>
              <a:rPr lang="en-US" sz="1800" b="1" i="1" dirty="0" smtClean="0">
                <a:latin typeface="Times New Roman" pitchFamily="18" charset="0"/>
                <a:cs typeface="Times New Roman" pitchFamily="18" charset="0"/>
              </a:rPr>
              <a:t>-permission</a:t>
            </a:r>
            <a:r>
              <a:rPr lang="en-US" sz="1800" i="1" dirty="0" smtClean="0">
                <a:latin typeface="Times New Roman" pitchFamily="18" charset="0"/>
                <a:cs typeface="Times New Roman" pitchFamily="18" charset="0"/>
              </a:rPr>
              <a:t>”.</a:t>
            </a:r>
          </a:p>
          <a:p>
            <a:pPr>
              <a:buNone/>
            </a:pPr>
            <a:endParaRPr lang="en-US" sz="1800" i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After installation, publish &amp; </a:t>
            </a: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config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the migration files with: </a:t>
            </a:r>
          </a:p>
          <a:p>
            <a:pPr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en-US" sz="1800" b="1" i="1" dirty="0" err="1" smtClean="0">
                <a:latin typeface="Times New Roman" pitchFamily="18" charset="0"/>
                <a:cs typeface="Times New Roman" pitchFamily="18" charset="0"/>
              </a:rPr>
              <a:t>php</a:t>
            </a:r>
            <a:r>
              <a:rPr lang="en-US" sz="1800" b="1" i="1" dirty="0" smtClean="0">
                <a:latin typeface="Times New Roman" pitchFamily="18" charset="0"/>
                <a:cs typeface="Times New Roman" pitchFamily="18" charset="0"/>
              </a:rPr>
              <a:t> artisan </a:t>
            </a:r>
            <a:r>
              <a:rPr lang="en-US" sz="1800" b="1" i="1" dirty="0" err="1" smtClean="0">
                <a:latin typeface="Times New Roman" pitchFamily="18" charset="0"/>
                <a:cs typeface="Times New Roman" pitchFamily="18" charset="0"/>
              </a:rPr>
              <a:t>vendor:publish</a:t>
            </a:r>
            <a:r>
              <a:rPr lang="en-US" sz="1800" b="1" i="1" dirty="0" smtClean="0">
                <a:latin typeface="Times New Roman" pitchFamily="18" charset="0"/>
                <a:cs typeface="Times New Roman" pitchFamily="18" charset="0"/>
              </a:rPr>
              <a:t> --provider="</a:t>
            </a:r>
            <a:r>
              <a:rPr lang="en-US" sz="1800" b="1" i="1" dirty="0" err="1" smtClean="0">
                <a:latin typeface="Times New Roman" pitchFamily="18" charset="0"/>
                <a:cs typeface="Times New Roman" pitchFamily="18" charset="0"/>
              </a:rPr>
              <a:t>Spatie</a:t>
            </a:r>
            <a:r>
              <a:rPr lang="en-US" sz="1800" b="1" i="1" dirty="0" smtClean="0">
                <a:latin typeface="Times New Roman" pitchFamily="18" charset="0"/>
                <a:cs typeface="Times New Roman" pitchFamily="18" charset="0"/>
              </a:rPr>
              <a:t>\Permission\</a:t>
            </a:r>
            <a:r>
              <a:rPr lang="en-US" sz="1800" b="1" i="1" dirty="0" err="1" smtClean="0">
                <a:latin typeface="Times New Roman" pitchFamily="18" charset="0"/>
                <a:cs typeface="Times New Roman" pitchFamily="18" charset="0"/>
              </a:rPr>
              <a:t>PermissionServiceProvider</a:t>
            </a:r>
            <a:r>
              <a:rPr lang="en-US" sz="1800" b="1" i="1" dirty="0" smtClean="0"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”.</a:t>
            </a:r>
          </a:p>
          <a:p>
            <a:pPr>
              <a:buNone/>
            </a:pP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Then run the final command: “</a:t>
            </a:r>
            <a:r>
              <a:rPr lang="en-US" sz="1800" b="1" i="1" dirty="0" err="1" smtClean="0">
                <a:latin typeface="Times New Roman" pitchFamily="18" charset="0"/>
                <a:cs typeface="Times New Roman" pitchFamily="18" charset="0"/>
              </a:rPr>
              <a:t>php</a:t>
            </a:r>
            <a:r>
              <a:rPr lang="en-US" sz="1800" b="1" i="1" dirty="0" smtClean="0">
                <a:latin typeface="Times New Roman" pitchFamily="18" charset="0"/>
                <a:cs typeface="Times New Roman" pitchFamily="18" charset="0"/>
              </a:rPr>
              <a:t> artisan migrate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”.</a:t>
            </a:r>
          </a:p>
          <a:p>
            <a:pPr>
              <a:buNone/>
            </a:pP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Steps for RBAC Creation(Conti…):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Step – 5: Create Roles &amp; Permissions</a:t>
            </a:r>
          </a:p>
          <a:p>
            <a:pPr>
              <a:buFont typeface="Wingdings" pitchFamily="2" charset="2"/>
              <a:buChar char="Ø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Add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HasRoles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trait in User.php model.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Create Roles:</a:t>
            </a:r>
          </a:p>
          <a:p>
            <a:pPr>
              <a:buNone/>
            </a:pP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	$</a:t>
            </a:r>
            <a:r>
              <a:rPr lang="en-US" sz="1600" b="1" dirty="0" err="1" smtClean="0">
                <a:latin typeface="Times New Roman" pitchFamily="18" charset="0"/>
                <a:cs typeface="Times New Roman" pitchFamily="18" charset="0"/>
              </a:rPr>
              <a:t>AdminUser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1600" b="1" dirty="0" err="1" smtClean="0">
                <a:latin typeface="Times New Roman" pitchFamily="18" charset="0"/>
                <a:cs typeface="Times New Roman" pitchFamily="18" charset="0"/>
              </a:rPr>
              <a:t>SpatieUser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::create([</a:t>
            </a:r>
          </a:p>
          <a:p>
            <a:pPr>
              <a:buNone/>
            </a:pP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	        'name' =&gt; '</a:t>
            </a:r>
            <a:r>
              <a:rPr lang="en-US" sz="1600" b="1" dirty="0" err="1" smtClean="0">
                <a:latin typeface="Times New Roman" pitchFamily="18" charset="0"/>
                <a:cs typeface="Times New Roman" pitchFamily="18" charset="0"/>
              </a:rPr>
              <a:t>Sahil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latin typeface="Times New Roman" pitchFamily="18" charset="0"/>
                <a:cs typeface="Times New Roman" pitchFamily="18" charset="0"/>
              </a:rPr>
              <a:t>Kayasth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',</a:t>
            </a:r>
          </a:p>
          <a:p>
            <a:pPr>
              <a:buNone/>
            </a:pP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	        'email'=&gt; 'adminsahil@test.com',</a:t>
            </a:r>
          </a:p>
          <a:p>
            <a:pPr>
              <a:buNone/>
            </a:pP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	        'contact' =&gt; '99999 99999',</a:t>
            </a:r>
          </a:p>
          <a:p>
            <a:pPr>
              <a:buNone/>
            </a:pP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	        'role' =&gt; 'Admin',</a:t>
            </a:r>
          </a:p>
          <a:p>
            <a:pPr>
              <a:buNone/>
            </a:pP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	        'password' =&gt; Hash::make('adminsk123'),</a:t>
            </a:r>
          </a:p>
          <a:p>
            <a:pPr>
              <a:buNone/>
            </a:pP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	       ]);</a:t>
            </a:r>
          </a:p>
          <a:p>
            <a:pPr>
              <a:buNone/>
            </a:pP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6280" y="5143512"/>
            <a:ext cx="4965833" cy="1428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900741" y="1428736"/>
            <a:ext cx="3456447" cy="5143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Steps for RBAC Creation(Conti…):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Step – 5: Create Roles &amp; Permissions (Conti…)</a:t>
            </a:r>
          </a:p>
          <a:p>
            <a:pPr>
              <a:buFont typeface="Wingdings" pitchFamily="2" charset="2"/>
              <a:buChar char="Ø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Create Permissions:</a:t>
            </a:r>
          </a:p>
          <a:p>
            <a:pPr>
              <a:buNone/>
            </a:pPr>
            <a:r>
              <a:rPr lang="en-US" sz="1800" b="1" i="1" dirty="0" smtClean="0">
                <a:latin typeface="Times New Roman" pitchFamily="18" charset="0"/>
                <a:cs typeface="Times New Roman" pitchFamily="18" charset="0"/>
              </a:rPr>
              <a:t>“$</a:t>
            </a:r>
            <a:r>
              <a:rPr lang="en-US" sz="1800" b="1" i="1" dirty="0" err="1" smtClean="0">
                <a:latin typeface="Times New Roman" pitchFamily="18" charset="0"/>
                <a:cs typeface="Times New Roman" pitchFamily="18" charset="0"/>
              </a:rPr>
              <a:t>AdminPermission</a:t>
            </a:r>
            <a:r>
              <a:rPr lang="en-US" sz="1800" b="1" i="1" dirty="0" smtClean="0">
                <a:latin typeface="Times New Roman" pitchFamily="18" charset="0"/>
                <a:cs typeface="Times New Roman" pitchFamily="18" charset="0"/>
              </a:rPr>
              <a:t> = Permission::</a:t>
            </a:r>
            <a:r>
              <a:rPr lang="en-US" sz="1800" b="1" i="1" dirty="0" err="1" smtClean="0">
                <a:latin typeface="Times New Roman" pitchFamily="18" charset="0"/>
                <a:cs typeface="Times New Roman" pitchFamily="18" charset="0"/>
              </a:rPr>
              <a:t>firstOrCreate</a:t>
            </a:r>
            <a:r>
              <a:rPr lang="en-US" sz="1800" b="1" i="1" dirty="0" smtClean="0">
                <a:latin typeface="Times New Roman" pitchFamily="18" charset="0"/>
                <a:cs typeface="Times New Roman" pitchFamily="18" charset="0"/>
              </a:rPr>
              <a:t>(['name' =&gt; 'access-admin']);</a:t>
            </a:r>
          </a:p>
          <a:p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59437" y="3000372"/>
            <a:ext cx="9198089" cy="2643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Steps for RBAC Creation(Conti…):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Step – 5: Create Roles &amp; Permissions (Conti…)</a:t>
            </a:r>
          </a:p>
          <a:p>
            <a:pPr>
              <a:buFont typeface="Wingdings" pitchFamily="2" charset="2"/>
              <a:buChar char="Ø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Permissions to roles:</a:t>
            </a:r>
          </a:p>
          <a:p>
            <a:r>
              <a:rPr lang="en-US" sz="1800" b="1" i="1" dirty="0" smtClean="0">
                <a:latin typeface="Times New Roman" pitchFamily="18" charset="0"/>
                <a:cs typeface="Times New Roman" pitchFamily="18" charset="0"/>
              </a:rPr>
              <a:t>$Admin-&gt;</a:t>
            </a:r>
            <a:r>
              <a:rPr lang="en-US" sz="1800" b="1" i="1" dirty="0" err="1" smtClean="0">
                <a:latin typeface="Times New Roman" pitchFamily="18" charset="0"/>
                <a:cs typeface="Times New Roman" pitchFamily="18" charset="0"/>
              </a:rPr>
              <a:t>givePermissionTo</a:t>
            </a:r>
            <a:r>
              <a:rPr lang="en-US" sz="1800" b="1" i="1" dirty="0" smtClean="0">
                <a:latin typeface="Times New Roman" pitchFamily="18" charset="0"/>
                <a:cs typeface="Times New Roman" pitchFamily="18" charset="0"/>
              </a:rPr>
              <a:t>([$</a:t>
            </a:r>
            <a:r>
              <a:rPr lang="en-US" sz="1800" b="1" i="1" dirty="0" err="1" smtClean="0">
                <a:latin typeface="Times New Roman" pitchFamily="18" charset="0"/>
                <a:cs typeface="Times New Roman" pitchFamily="18" charset="0"/>
              </a:rPr>
              <a:t>AdminPermission</a:t>
            </a:r>
            <a:r>
              <a:rPr lang="en-US" sz="1800" b="1" i="1" dirty="0" smtClean="0">
                <a:latin typeface="Times New Roman" pitchFamily="18" charset="0"/>
                <a:cs typeface="Times New Roman" pitchFamily="18" charset="0"/>
              </a:rPr>
              <a:t>, $</a:t>
            </a:r>
            <a:r>
              <a:rPr lang="en-US" sz="1800" b="1" i="1" dirty="0" err="1" smtClean="0">
                <a:latin typeface="Times New Roman" pitchFamily="18" charset="0"/>
                <a:cs typeface="Times New Roman" pitchFamily="18" charset="0"/>
              </a:rPr>
              <a:t>SchoolPermission</a:t>
            </a:r>
            <a:r>
              <a:rPr lang="en-US" sz="1800" b="1" i="1" dirty="0" smtClean="0">
                <a:latin typeface="Times New Roman" pitchFamily="18" charset="0"/>
                <a:cs typeface="Times New Roman" pitchFamily="18" charset="0"/>
              </a:rPr>
              <a:t>, $</a:t>
            </a:r>
            <a:r>
              <a:rPr lang="en-US" sz="1800" b="1" i="1" dirty="0" err="1" smtClean="0">
                <a:latin typeface="Times New Roman" pitchFamily="18" charset="0"/>
                <a:cs typeface="Times New Roman" pitchFamily="18" charset="0"/>
              </a:rPr>
              <a:t>TeacherPermission</a:t>
            </a:r>
            <a:r>
              <a:rPr lang="en-US" sz="1800" b="1" i="1" dirty="0" smtClean="0">
                <a:latin typeface="Times New Roman" pitchFamily="18" charset="0"/>
                <a:cs typeface="Times New Roman" pitchFamily="18" charset="0"/>
              </a:rPr>
              <a:t>, $</a:t>
            </a:r>
            <a:r>
              <a:rPr lang="en-US" sz="1800" b="1" i="1" dirty="0" err="1" smtClean="0">
                <a:latin typeface="Times New Roman" pitchFamily="18" charset="0"/>
                <a:cs typeface="Times New Roman" pitchFamily="18" charset="0"/>
              </a:rPr>
              <a:t>StudentPermission</a:t>
            </a:r>
            <a:r>
              <a:rPr lang="en-US" sz="1800" b="1" i="1" dirty="0" smtClean="0">
                <a:latin typeface="Times New Roman" pitchFamily="18" charset="0"/>
                <a:cs typeface="Times New Roman" pitchFamily="18" charset="0"/>
              </a:rPr>
              <a:t>, $</a:t>
            </a:r>
            <a:r>
              <a:rPr lang="en-US" sz="1800" b="1" i="1" dirty="0" err="1" smtClean="0">
                <a:latin typeface="Times New Roman" pitchFamily="18" charset="0"/>
                <a:cs typeface="Times New Roman" pitchFamily="18" charset="0"/>
              </a:rPr>
              <a:t>EditPermission</a:t>
            </a:r>
            <a:r>
              <a:rPr lang="en-US" sz="1800" b="1" i="1" dirty="0" smtClean="0">
                <a:latin typeface="Times New Roman" pitchFamily="18" charset="0"/>
                <a:cs typeface="Times New Roman" pitchFamily="18" charset="0"/>
              </a:rPr>
              <a:t>, $</a:t>
            </a:r>
            <a:r>
              <a:rPr lang="en-US" sz="1800" b="1" i="1" dirty="0" err="1" smtClean="0">
                <a:latin typeface="Times New Roman" pitchFamily="18" charset="0"/>
                <a:cs typeface="Times New Roman" pitchFamily="18" charset="0"/>
              </a:rPr>
              <a:t>ViewPermission</a:t>
            </a:r>
            <a:r>
              <a:rPr lang="en-US" sz="1800" b="1" i="1" dirty="0" smtClean="0">
                <a:latin typeface="Times New Roman" pitchFamily="18" charset="0"/>
                <a:cs typeface="Times New Roman" pitchFamily="18" charset="0"/>
              </a:rPr>
              <a:t>, $</a:t>
            </a:r>
            <a:r>
              <a:rPr lang="en-US" sz="1800" b="1" i="1" dirty="0" err="1" smtClean="0">
                <a:latin typeface="Times New Roman" pitchFamily="18" charset="0"/>
                <a:cs typeface="Times New Roman" pitchFamily="18" charset="0"/>
              </a:rPr>
              <a:t>DeletePermission</a:t>
            </a:r>
            <a:r>
              <a:rPr lang="en-US" sz="1800" b="1" i="1" dirty="0" smtClean="0">
                <a:latin typeface="Times New Roman" pitchFamily="18" charset="0"/>
                <a:cs typeface="Times New Roman" pitchFamily="18" charset="0"/>
              </a:rPr>
              <a:t>]);</a:t>
            </a:r>
          </a:p>
          <a:p>
            <a:pPr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”.</a:t>
            </a:r>
          </a:p>
          <a:p>
            <a:pPr>
              <a:buNone/>
            </a:pPr>
            <a:endParaRPr lang="en-US" sz="18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3122" y="3643315"/>
            <a:ext cx="9862462" cy="15805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Steps for RBAC Creation(Conti…):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Step – 6: Routing Setup:</a:t>
            </a:r>
          </a:p>
          <a:p>
            <a:pPr>
              <a:buFont typeface="Wingdings" pitchFamily="2" charset="2"/>
              <a:buChar char="Ø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Assign routes of blade templates &amp; CRUD operations.</a:t>
            </a:r>
          </a:p>
          <a:p>
            <a:pPr>
              <a:buNone/>
            </a:pPr>
            <a:r>
              <a:rPr lang="en-US" sz="1800" b="1" i="1" dirty="0" smtClean="0">
                <a:latin typeface="Times New Roman" pitchFamily="18" charset="0"/>
                <a:cs typeface="Times New Roman" pitchFamily="18" charset="0"/>
              </a:rPr>
              <a:t>“Route::get('/login', [</a:t>
            </a:r>
            <a:r>
              <a:rPr lang="en-US" sz="1800" b="1" i="1" dirty="0" err="1" smtClean="0">
                <a:latin typeface="Times New Roman" pitchFamily="18" charset="0"/>
                <a:cs typeface="Times New Roman" pitchFamily="18" charset="0"/>
              </a:rPr>
              <a:t>AuthController</a:t>
            </a:r>
            <a:r>
              <a:rPr lang="en-US" sz="1800" b="1" i="1" dirty="0" smtClean="0">
                <a:latin typeface="Times New Roman" pitchFamily="18" charset="0"/>
                <a:cs typeface="Times New Roman" pitchFamily="18" charset="0"/>
              </a:rPr>
              <a:t>::class, '</a:t>
            </a:r>
            <a:r>
              <a:rPr lang="en-US" sz="1800" b="1" i="1" dirty="0" err="1" smtClean="0">
                <a:latin typeface="Times New Roman" pitchFamily="18" charset="0"/>
                <a:cs typeface="Times New Roman" pitchFamily="18" charset="0"/>
              </a:rPr>
              <a:t>showLogin</a:t>
            </a:r>
            <a:r>
              <a:rPr lang="en-US" sz="1800" b="1" i="1" dirty="0" smtClean="0">
                <a:latin typeface="Times New Roman" pitchFamily="18" charset="0"/>
                <a:cs typeface="Times New Roman" pitchFamily="18" charset="0"/>
              </a:rPr>
              <a:t>'])-&gt;name('login');</a:t>
            </a:r>
          </a:p>
          <a:p>
            <a:pPr>
              <a:buNone/>
            </a:pPr>
            <a:r>
              <a:rPr lang="en-US" sz="1800" b="1" i="1" dirty="0" smtClean="0">
                <a:latin typeface="Times New Roman" pitchFamily="18" charset="0"/>
                <a:cs typeface="Times New Roman" pitchFamily="18" charset="0"/>
              </a:rPr>
              <a:t>”.</a:t>
            </a:r>
          </a:p>
          <a:p>
            <a:pPr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Step – 7: Blade Templates:</a:t>
            </a:r>
          </a:p>
          <a:p>
            <a:pPr>
              <a:buFont typeface="Wingdings" pitchFamily="2" charset="2"/>
              <a:buChar char="Ø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Create different blade templates like login, dashboard, view, etc.</a:t>
            </a:r>
          </a:p>
          <a:p>
            <a:pPr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Note: blade templates are must saved with extension “.</a:t>
            </a:r>
            <a:r>
              <a:rPr lang="en-US" sz="1800" b="1" dirty="0" err="1" smtClean="0">
                <a:latin typeface="Times New Roman" pitchFamily="18" charset="0"/>
                <a:cs typeface="Times New Roman" pitchFamily="18" charset="0"/>
              </a:rPr>
              <a:t>blade.php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” i.e.</a:t>
            </a:r>
          </a:p>
          <a:p>
            <a:pPr>
              <a:buNone/>
            </a:pPr>
            <a:r>
              <a:rPr lang="en-US" sz="1800" b="1" dirty="0" err="1" smtClean="0">
                <a:latin typeface="Times New Roman" pitchFamily="18" charset="0"/>
                <a:cs typeface="Times New Roman" pitchFamily="18" charset="0"/>
              </a:rPr>
              <a:t>Login.blade.php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 .</a:t>
            </a:r>
          </a:p>
          <a:p>
            <a:pPr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Step – 8: Role Based Access:</a:t>
            </a:r>
          </a:p>
          <a:p>
            <a:pPr>
              <a:buFont typeface="Wingdings" pitchFamily="2" charset="2"/>
              <a:buChar char="Ø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Our Role Based Access is ready.</a:t>
            </a:r>
          </a:p>
          <a:p>
            <a:pPr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Step – 9: Testing:</a:t>
            </a:r>
          </a:p>
          <a:p>
            <a:pPr>
              <a:buFont typeface="Wingdings" pitchFamily="2" charset="2"/>
              <a:buChar char="Ø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Try to login with different roles and their credentials you created.</a:t>
            </a:r>
          </a:p>
          <a:p>
            <a:pPr>
              <a:buNone/>
            </a:pPr>
            <a:endParaRPr lang="en-US" sz="18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Login Page and 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Dashboard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Layout: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RBAC Login Page:-</a:t>
            </a:r>
          </a:p>
          <a:p>
            <a:pPr>
              <a:buNone/>
            </a:pPr>
            <a:endParaRPr lang="en-US" sz="1800" b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3" name="Content Placeholder 8" descr="Screenshot 2025-08-03 13343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596" y="2000240"/>
            <a:ext cx="7879735" cy="3543796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12596" y="5572141"/>
            <a:ext cx="77635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Here different roles i.e. Admin, School, Teacher, Student can login by entering their passwords.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Login Page and 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Dashboard Layout(Conti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…):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RBAC Dashboard:-</a:t>
            </a:r>
          </a:p>
          <a:p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Content Placeholder 14" descr="Screenshot 2025-08-03 133815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597" y="1928802"/>
            <a:ext cx="7873559" cy="354101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12596" y="5572140"/>
            <a:ext cx="784791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Admin can see data of all roles(school, teacher, student),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School can see data of school teacher &amp; student.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Login Page and Dashboard Layout(Conti…):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RBAC Dashboard:-</a:t>
            </a:r>
          </a:p>
          <a:p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Content Placeholder 15" descr="Screenshot 2025-08-25 141443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596" y="1928802"/>
            <a:ext cx="7783195" cy="350037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12596" y="5500702"/>
            <a:ext cx="776352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Teacher can see data of teacher &amp; student, Student can’t see any data.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Login Page and Dashboard Layout(Conti…):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RBAC Dashboard (View Page):-</a:t>
            </a:r>
          </a:p>
          <a:p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Content Placeholder 14" descr="Screenshot 2025-08-25 142443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597" y="1928803"/>
            <a:ext cx="7843730" cy="352760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Login Page and Dashboard Layout(Conti…):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RBAC </a:t>
            </a:r>
            <a:r>
              <a:rPr lang="en-US" sz="1800" b="1" dirty="0" err="1" smtClean="0">
                <a:latin typeface="Times New Roman" pitchFamily="18" charset="0"/>
                <a:cs typeface="Times New Roman" pitchFamily="18" charset="0"/>
              </a:rPr>
              <a:t>Dashobard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 (View Page):-</a:t>
            </a:r>
          </a:p>
          <a:p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Content Placeholder 15" descr="Screenshot 2025-08-25 142627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597" y="2000240"/>
            <a:ext cx="7828376" cy="35206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>
                <a:latin typeface="Times New Roman" pitchFamily="18" charset="0"/>
                <a:cs typeface="Times New Roman" pitchFamily="18" charset="0"/>
              </a:rPr>
              <a:t>Challenges and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Learnings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Challenges:</a:t>
            </a:r>
          </a:p>
          <a:p>
            <a:pPr algn="just">
              <a:buFont typeface="Wingdings" pitchFamily="2" charset="2"/>
              <a:buChar char="Ø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Understanding how </a:t>
            </a:r>
            <a:r>
              <a:rPr lang="en-US" sz="1800" b="1" dirty="0" err="1" smtClean="0">
                <a:latin typeface="Times New Roman" pitchFamily="18" charset="0"/>
                <a:cs typeface="Times New Roman" pitchFamily="18" charset="0"/>
              </a:rPr>
              <a:t>Laravel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b="1" dirty="0" err="1" smtClean="0">
                <a:latin typeface="Times New Roman" pitchFamily="18" charset="0"/>
                <a:cs typeface="Times New Roman" pitchFamily="18" charset="0"/>
              </a:rPr>
              <a:t>Spatie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handles roles and permissions.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Configuring 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Blade templates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to show or hide content based on user roles.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Setting up 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database relationships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for storing roles, permissions, and users.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Ensuring correct 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routing and access control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so each role sees only allowed pages.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Debugging issues when permissions were not applied as expected.</a:t>
            </a:r>
          </a:p>
          <a:p>
            <a:pPr algn="just">
              <a:buNone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Learnings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>
              <a:buFont typeface="Wingdings" pitchFamily="2" charset="2"/>
              <a:buChar char="Ø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Gained practical knowledge of 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Role-Based Access Control (RBAC)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in </a:t>
            </a: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Laravel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Learned how to use </a:t>
            </a:r>
            <a:r>
              <a:rPr lang="en-US" sz="1800" b="1" dirty="0" err="1" smtClean="0">
                <a:latin typeface="Times New Roman" pitchFamily="18" charset="0"/>
                <a:cs typeface="Times New Roman" pitchFamily="18" charset="0"/>
              </a:rPr>
              <a:t>Spatie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 package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for creating and assigning roles/permissions.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Improved understanding of </a:t>
            </a:r>
            <a:r>
              <a:rPr lang="en-US" sz="1800" b="1" dirty="0" err="1" smtClean="0">
                <a:latin typeface="Times New Roman" pitchFamily="18" charset="0"/>
                <a:cs typeface="Times New Roman" pitchFamily="18" charset="0"/>
              </a:rPr>
              <a:t>Laravel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 routing, Blade views, and database connections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Learned how to 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restrict actions (view, edit, delete)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based on user roles.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Enhanced problem-solving and debugging skills during implementation.</a:t>
            </a:r>
          </a:p>
          <a:p>
            <a:endParaRPr lang="en-US" sz="2400" dirty="0" smtClean="0"/>
          </a:p>
          <a:p>
            <a:pPr algn="just">
              <a:buNone/>
            </a:pP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>
                <a:latin typeface="Times New Roman" pitchFamily="18" charset="0"/>
                <a:cs typeface="Times New Roman" pitchFamily="18" charset="0"/>
              </a:rPr>
              <a:t>Conclusion: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Our internship project on 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Role-Based Access Control (RBAC)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helped us understand how to manage user access efficiently in </a:t>
            </a: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Laravel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applications. By using the </a:t>
            </a:r>
            <a:r>
              <a:rPr lang="en-US" sz="1800" b="1" dirty="0" err="1" smtClean="0">
                <a:latin typeface="Times New Roman" pitchFamily="18" charset="0"/>
                <a:cs typeface="Times New Roman" pitchFamily="18" charset="0"/>
              </a:rPr>
              <a:t>Spatie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 package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, we successfully implemented a system where different roles have specific permissions, ensuring security and organized access to data. This project enhanced our skills in 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routing, database connectivity, Blade templates, and permission handling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. Overall, it was a valuable learning experience that strengthened both our technical knowledge and problem-solving abilities.</a:t>
            </a:r>
          </a:p>
          <a:p>
            <a:pPr algn="just"/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>
                <a:latin typeface="Times New Roman" pitchFamily="18" charset="0"/>
                <a:cs typeface="Times New Roman" pitchFamily="18" charset="0"/>
              </a:rPr>
              <a:t>References: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[1] </a:t>
            </a: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Laravel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Official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Website. [Online]. </a:t>
            </a: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Avaliable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Times New Roman" pitchFamily="18" charset="0"/>
                <a:cs typeface="Times New Roman" pitchFamily="18" charset="0"/>
                <a:hlinkClick r:id="rId2"/>
              </a:rPr>
              <a:t>Laravel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  <a:hlinkClick r:id="rId2"/>
              </a:rPr>
              <a:t>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  <a:hlinkClick r:id="rId2"/>
              </a:rPr>
              <a:t>- The PHP Framework For Web Artisans</a:t>
            </a: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[2] </a:t>
            </a: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Laravel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Spatie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Offical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Website . [Online]. </a:t>
            </a: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Avaliable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fr-FR" sz="1800" dirty="0" err="1" smtClean="0">
                <a:latin typeface="Times New Roman" pitchFamily="18" charset="0"/>
                <a:cs typeface="Times New Roman" pitchFamily="18" charset="0"/>
                <a:hlinkClick r:id="rId3"/>
              </a:rPr>
              <a:t>Using</a:t>
            </a:r>
            <a:r>
              <a:rPr lang="fr-FR" sz="1800" dirty="0" smtClean="0">
                <a:latin typeface="Times New Roman" pitchFamily="18" charset="0"/>
                <a:cs typeface="Times New Roman" pitchFamily="18" charset="0"/>
                <a:hlinkClick r:id="rId3"/>
              </a:rPr>
              <a:t> </a:t>
            </a:r>
            <a:r>
              <a:rPr lang="fr-FR" sz="1800" dirty="0" smtClean="0">
                <a:latin typeface="Times New Roman" pitchFamily="18" charset="0"/>
                <a:cs typeface="Times New Roman" pitchFamily="18" charset="0"/>
                <a:hlinkClick r:id="rId3"/>
              </a:rPr>
              <a:t>Permissions via </a:t>
            </a:r>
            <a:r>
              <a:rPr lang="fr-FR" sz="1800" dirty="0" err="1" smtClean="0">
                <a:latin typeface="Times New Roman" pitchFamily="18" charset="0"/>
                <a:cs typeface="Times New Roman" pitchFamily="18" charset="0"/>
                <a:hlinkClick r:id="rId3"/>
              </a:rPr>
              <a:t>Roles</a:t>
            </a:r>
            <a:r>
              <a:rPr lang="fr-FR" sz="1800" dirty="0" smtClean="0">
                <a:latin typeface="Times New Roman" pitchFamily="18" charset="0"/>
                <a:cs typeface="Times New Roman" pitchFamily="18" charset="0"/>
                <a:hlinkClick r:id="rId3"/>
              </a:rPr>
              <a:t> | </a:t>
            </a:r>
            <a:r>
              <a:rPr lang="fr-FR" sz="1800" dirty="0" err="1" smtClean="0">
                <a:latin typeface="Times New Roman" pitchFamily="18" charset="0"/>
                <a:cs typeface="Times New Roman" pitchFamily="18" charset="0"/>
                <a:hlinkClick r:id="rId3"/>
              </a:rPr>
              <a:t>laravel</a:t>
            </a:r>
            <a:r>
              <a:rPr lang="fr-FR" sz="1800" dirty="0" smtClean="0">
                <a:latin typeface="Times New Roman" pitchFamily="18" charset="0"/>
                <a:cs typeface="Times New Roman" pitchFamily="18" charset="0"/>
                <a:hlinkClick r:id="rId3"/>
              </a:rPr>
              <a:t>-permission | </a:t>
            </a:r>
            <a:r>
              <a:rPr lang="fr-FR" sz="1800" dirty="0" err="1" smtClean="0">
                <a:latin typeface="Times New Roman" pitchFamily="18" charset="0"/>
                <a:cs typeface="Times New Roman" pitchFamily="18" charset="0"/>
                <a:hlinkClick r:id="rId3"/>
              </a:rPr>
              <a:t>Spatie</a:t>
            </a: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Thank You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107</TotalTime>
  <Words>1162</Words>
  <Application>Microsoft Office PowerPoint</Application>
  <PresentationFormat>Custom</PresentationFormat>
  <Paragraphs>158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Summer Internship at Future Way Institute of Multimedia, Surat </vt:lpstr>
      <vt:lpstr>Outline:</vt:lpstr>
      <vt:lpstr>Company’s Introduction:</vt:lpstr>
      <vt:lpstr>Objectives of Internship:</vt:lpstr>
      <vt:lpstr>Problem Statement &amp; Goal:</vt:lpstr>
      <vt:lpstr>Problem, Purpose &amp; Objectives:</vt:lpstr>
      <vt:lpstr>Steps for RBAC Creation:</vt:lpstr>
      <vt:lpstr>Steps for RBAC Creation(Conti…):</vt:lpstr>
      <vt:lpstr>Steps for RBAC Creation(Conti…):</vt:lpstr>
      <vt:lpstr>Steps for RBAC Creation(Conti…):</vt:lpstr>
      <vt:lpstr>Steps for RBAC Creation(Conti…):</vt:lpstr>
      <vt:lpstr>Steps for RBAC Creation(Conti…):</vt:lpstr>
      <vt:lpstr>Steps for RBAC Creation(Conti…):</vt:lpstr>
      <vt:lpstr>Steps for RBAC Creation(Conti…):</vt:lpstr>
      <vt:lpstr>Steps for RBAC Creation(Conti…):</vt:lpstr>
      <vt:lpstr>Login Page and Dashboard Layout:</vt:lpstr>
      <vt:lpstr>Login Page and Dashboard Layout(Conti…):</vt:lpstr>
      <vt:lpstr>Login Page and Dashboard Layout(Conti…):</vt:lpstr>
      <vt:lpstr>Login Page and Dashboard Layout(Conti…):</vt:lpstr>
      <vt:lpstr>Login Page and Dashboard Layout(Conti…):</vt:lpstr>
      <vt:lpstr>Challenges and Learnings:</vt:lpstr>
      <vt:lpstr>Conclusion:</vt:lpstr>
      <vt:lpstr>References: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Summer Internship at Future Way Institute of Multimedia, Surat</dc:title>
  <dc:creator>sahil kayasth</dc:creator>
  <cp:lastModifiedBy>sahil kayasth</cp:lastModifiedBy>
  <cp:revision>14</cp:revision>
  <dcterms:created xsi:type="dcterms:W3CDTF">2025-08-28T14:41:23Z</dcterms:created>
  <dcterms:modified xsi:type="dcterms:W3CDTF">2025-09-11T07:21:09Z</dcterms:modified>
</cp:coreProperties>
</file>